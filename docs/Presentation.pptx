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8" r:id="rId4"/>
  </p:sldMasterIdLst>
  <p:notesMasterIdLst>
    <p:notesMasterId r:id="rId10"/>
  </p:notesMasterIdLst>
  <p:handoutMasterIdLst>
    <p:handoutMasterId r:id="rId11"/>
  </p:handoutMasterIdLst>
  <p:sldIdLst>
    <p:sldId id="262" r:id="rId5"/>
    <p:sldId id="264" r:id="rId6"/>
    <p:sldId id="263" r:id="rId7"/>
    <p:sldId id="261" r:id="rId8"/>
    <p:sldId id="260" r:id="rId9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96C676-08FC-4B26-8378-FAD331BEA128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68F3345-10DA-4706-9757-06FF19E8CE06}">
      <dgm:prSet phldrT="[Текст]"/>
      <dgm:spPr>
        <a:solidFill>
          <a:schemeClr val="bg1"/>
        </a:solidFill>
        <a:ln>
          <a:solidFill>
            <a:schemeClr val="tx1">
              <a:lumMod val="65000"/>
              <a:alpha val="97000"/>
            </a:schemeClr>
          </a:solidFill>
        </a:ln>
      </dgm:spPr>
      <dgm:t>
        <a:bodyPr/>
        <a:lstStyle/>
        <a:p>
          <a:r>
            <a:rPr lang="ru-RU" dirty="0">
              <a:ln>
                <a:noFill/>
              </a:ln>
              <a:solidFill>
                <a:schemeClr val="tx1"/>
              </a:solidFill>
            </a:rPr>
            <a:t>Язык программирования</a:t>
          </a:r>
        </a:p>
      </dgm:t>
    </dgm:pt>
    <dgm:pt modelId="{B1C03197-5348-40E8-88F5-5ADFC1A45B75}" type="parTrans" cxnId="{B0B6BC42-E022-4663-9E55-5D51A996BC7D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FF83660E-1E7F-450F-BDE2-9B1308222D7B}" type="sibTrans" cxnId="{B0B6BC42-E022-4663-9E55-5D51A996BC7D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4F711FBC-2F16-4D69-8E2E-772A3A42562B}">
      <dgm:prSet phldrT="[Текст]"/>
      <dgm:spPr>
        <a:solidFill>
          <a:schemeClr val="bg1">
            <a:lumMod val="85000"/>
            <a:lumOff val="15000"/>
            <a:alpha val="90000"/>
          </a:schemeClr>
        </a:solidFill>
      </dgm:spPr>
      <dgm:t>
        <a:bodyPr/>
        <a:lstStyle/>
        <a:p>
          <a:r>
            <a:rPr lang="en-US" dirty="0">
              <a:ln>
                <a:noFill/>
              </a:ln>
              <a:solidFill>
                <a:schemeClr val="tx1"/>
              </a:solidFill>
            </a:rPr>
            <a:t>C++</a:t>
          </a:r>
          <a:endParaRPr lang="ru-RU" dirty="0">
            <a:ln>
              <a:noFill/>
            </a:ln>
            <a:solidFill>
              <a:schemeClr val="tx1"/>
            </a:solidFill>
          </a:endParaRPr>
        </a:p>
      </dgm:t>
    </dgm:pt>
    <dgm:pt modelId="{78CDBA01-9930-4732-8FA8-576351F94D6A}" type="parTrans" cxnId="{CB8C8218-97C6-4678-B1DD-93B81745A546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B975F613-FCF4-4082-91ED-285BE839D759}" type="sibTrans" cxnId="{CB8C8218-97C6-4678-B1DD-93B81745A546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D8539387-F4B1-44E2-9EBF-CF3735214FFB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>
              <a:ln>
                <a:noFill/>
              </a:ln>
              <a:solidFill>
                <a:schemeClr val="tx1"/>
              </a:solidFill>
            </a:rPr>
            <a:t>Система для автоматической сборки и подключения зависимостей</a:t>
          </a:r>
        </a:p>
      </dgm:t>
    </dgm:pt>
    <dgm:pt modelId="{D2CFDFA2-7C1E-4B7B-81E9-2CE674099299}" type="parTrans" cxnId="{0C3B79FE-7C08-4D58-8DA4-37B89FCA60C4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9F4CCAF3-849D-4397-A946-7B546DB7F952}" type="sibTrans" cxnId="{0C3B79FE-7C08-4D58-8DA4-37B89FCA60C4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E0A1F0F3-7F90-491E-A545-7665EA6C8B6D}">
      <dgm:prSet phldrT="[Текст]"/>
      <dgm:spPr>
        <a:solidFill>
          <a:schemeClr val="bg1">
            <a:lumMod val="85000"/>
            <a:lumOff val="15000"/>
            <a:alpha val="90000"/>
          </a:schemeClr>
        </a:solidFill>
      </dgm:spPr>
      <dgm:t>
        <a:bodyPr/>
        <a:lstStyle/>
        <a:p>
          <a:r>
            <a:rPr lang="en-US" dirty="0" err="1">
              <a:ln>
                <a:noFill/>
              </a:ln>
              <a:solidFill>
                <a:schemeClr val="tx1"/>
              </a:solidFill>
            </a:rPr>
            <a:t>Cmake</a:t>
          </a:r>
          <a:endParaRPr lang="ru-RU" dirty="0">
            <a:ln>
              <a:noFill/>
            </a:ln>
            <a:solidFill>
              <a:schemeClr val="tx1"/>
            </a:solidFill>
          </a:endParaRPr>
        </a:p>
      </dgm:t>
    </dgm:pt>
    <dgm:pt modelId="{30E12107-C642-4735-A496-E87D79A3F441}" type="parTrans" cxnId="{054FEE2B-E802-41F4-89BB-03F3E9A4AF8D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CA7D1B01-E0C3-4AA8-BE82-6611B9E710CC}" type="sibTrans" cxnId="{054FEE2B-E802-41F4-89BB-03F3E9A4AF8D}">
      <dgm:prSet/>
      <dgm:spPr/>
      <dgm:t>
        <a:bodyPr/>
        <a:lstStyle/>
        <a:p>
          <a:endParaRPr lang="ru-RU">
            <a:ln>
              <a:noFill/>
            </a:ln>
            <a:solidFill>
              <a:schemeClr val="tx1"/>
            </a:solidFill>
          </a:endParaRPr>
        </a:p>
      </dgm:t>
    </dgm:pt>
    <dgm:pt modelId="{EC797FFE-7F2E-479D-BF7C-244E0E2896FE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>
              <a:ln>
                <a:noFill/>
              </a:ln>
              <a:solidFill>
                <a:schemeClr val="tx1"/>
              </a:solidFill>
            </a:rPr>
            <a:t>Хранение кода (репозиторий)</a:t>
          </a:r>
        </a:p>
      </dgm:t>
    </dgm:pt>
    <dgm:pt modelId="{BCE4A844-6803-4ADF-AFC9-385C2BCF4F5B}" type="parTrans" cxnId="{D373262D-4A54-49D6-8F91-EF95BCE3C847}">
      <dgm:prSet/>
      <dgm:spPr/>
      <dgm:t>
        <a:bodyPr/>
        <a:lstStyle/>
        <a:p>
          <a:endParaRPr lang="ru-RU"/>
        </a:p>
      </dgm:t>
    </dgm:pt>
    <dgm:pt modelId="{DE0E56B6-FC7A-4828-BEC1-1236D2A01410}" type="sibTrans" cxnId="{D373262D-4A54-49D6-8F91-EF95BCE3C847}">
      <dgm:prSet/>
      <dgm:spPr/>
      <dgm:t>
        <a:bodyPr/>
        <a:lstStyle/>
        <a:p>
          <a:endParaRPr lang="ru-RU"/>
        </a:p>
      </dgm:t>
    </dgm:pt>
    <dgm:pt modelId="{221DA325-4A0E-492A-A770-BF73FE6209A8}">
      <dgm:prSet phldrT="[Текст]"/>
      <dgm:spPr>
        <a:solidFill>
          <a:schemeClr val="bg1">
            <a:lumMod val="85000"/>
            <a:lumOff val="15000"/>
            <a:alpha val="90000"/>
          </a:schemeClr>
        </a:solidFill>
      </dgm:spPr>
      <dgm:t>
        <a:bodyPr/>
        <a:lstStyle/>
        <a:p>
          <a:r>
            <a:rPr lang="en-US" dirty="0" err="1">
              <a:ln>
                <a:noFill/>
              </a:ln>
              <a:solidFill>
                <a:schemeClr val="tx1"/>
              </a:solidFill>
            </a:rPr>
            <a:t>Github</a:t>
          </a:r>
          <a:endParaRPr lang="ru-RU" dirty="0">
            <a:ln>
              <a:noFill/>
            </a:ln>
            <a:solidFill>
              <a:schemeClr val="tx1"/>
            </a:solidFill>
          </a:endParaRPr>
        </a:p>
      </dgm:t>
    </dgm:pt>
    <dgm:pt modelId="{D45C0877-7F72-4797-8D71-C675F87C25B5}" type="parTrans" cxnId="{04FF32B4-FFE2-416A-B6A3-17E93E77B1EF}">
      <dgm:prSet/>
      <dgm:spPr/>
      <dgm:t>
        <a:bodyPr/>
        <a:lstStyle/>
        <a:p>
          <a:endParaRPr lang="ru-RU"/>
        </a:p>
      </dgm:t>
    </dgm:pt>
    <dgm:pt modelId="{57E51406-1A61-4A1F-9B07-DF5150F618D7}" type="sibTrans" cxnId="{04FF32B4-FFE2-416A-B6A3-17E93E77B1EF}">
      <dgm:prSet/>
      <dgm:spPr/>
      <dgm:t>
        <a:bodyPr/>
        <a:lstStyle/>
        <a:p>
          <a:endParaRPr lang="ru-RU"/>
        </a:p>
      </dgm:t>
    </dgm:pt>
    <dgm:pt modelId="{31F9C7B8-E953-4BF2-8E86-1E9DCAB6F28D}">
      <dgm:prSet phldrT="[Текст]"/>
      <dgm:spPr>
        <a:solidFill>
          <a:schemeClr val="bg1"/>
        </a:solidFill>
      </dgm:spPr>
      <dgm:t>
        <a:bodyPr/>
        <a:lstStyle/>
        <a:p>
          <a:r>
            <a:rPr lang="en-US" dirty="0">
              <a:ln>
                <a:noFill/>
              </a:ln>
              <a:solidFill>
                <a:schemeClr val="tx1"/>
              </a:solidFill>
            </a:rPr>
            <a:t>CI / CD</a:t>
          </a:r>
          <a:r>
            <a:rPr lang="ru-RU" dirty="0">
              <a:ln>
                <a:noFill/>
              </a:ln>
              <a:solidFill>
                <a:schemeClr val="tx1"/>
              </a:solidFill>
            </a:rPr>
            <a:t> инструмент</a:t>
          </a:r>
        </a:p>
      </dgm:t>
    </dgm:pt>
    <dgm:pt modelId="{34EB5087-8D3C-4171-87AE-4FDBC166CEDF}" type="parTrans" cxnId="{5D4950D6-4ED1-4F14-85B2-4EF7BEFDC286}">
      <dgm:prSet/>
      <dgm:spPr/>
      <dgm:t>
        <a:bodyPr/>
        <a:lstStyle/>
        <a:p>
          <a:endParaRPr lang="ru-RU"/>
        </a:p>
      </dgm:t>
    </dgm:pt>
    <dgm:pt modelId="{DEDE3A01-9375-460A-8482-6A22654AD577}" type="sibTrans" cxnId="{5D4950D6-4ED1-4F14-85B2-4EF7BEFDC286}">
      <dgm:prSet/>
      <dgm:spPr/>
      <dgm:t>
        <a:bodyPr/>
        <a:lstStyle/>
        <a:p>
          <a:endParaRPr lang="ru-RU"/>
        </a:p>
      </dgm:t>
    </dgm:pt>
    <dgm:pt modelId="{93D9549B-1E4D-4E06-B3BE-186F870B5D14}">
      <dgm:prSet phldrT="[Текст]"/>
      <dgm:spPr>
        <a:solidFill>
          <a:schemeClr val="bg1">
            <a:lumMod val="85000"/>
            <a:lumOff val="15000"/>
            <a:alpha val="90000"/>
          </a:schemeClr>
        </a:solidFill>
      </dgm:spPr>
      <dgm:t>
        <a:bodyPr/>
        <a:lstStyle/>
        <a:p>
          <a:r>
            <a:rPr lang="en-US" dirty="0">
              <a:ln>
                <a:noFill/>
              </a:ln>
              <a:solidFill>
                <a:schemeClr val="tx1"/>
              </a:solidFill>
            </a:rPr>
            <a:t>GitHub workflow</a:t>
          </a:r>
          <a:endParaRPr lang="ru-RU" dirty="0">
            <a:ln>
              <a:noFill/>
            </a:ln>
            <a:solidFill>
              <a:schemeClr val="tx1"/>
            </a:solidFill>
          </a:endParaRPr>
        </a:p>
      </dgm:t>
    </dgm:pt>
    <dgm:pt modelId="{92ADC291-AB6A-40F7-909F-3D99C20DD448}" type="parTrans" cxnId="{10363EDC-1066-42F3-8047-7D2D2F6982D3}">
      <dgm:prSet/>
      <dgm:spPr/>
      <dgm:t>
        <a:bodyPr/>
        <a:lstStyle/>
        <a:p>
          <a:endParaRPr lang="ru-RU"/>
        </a:p>
      </dgm:t>
    </dgm:pt>
    <dgm:pt modelId="{3A3D577E-294F-4CD2-8064-E972E1DAAC3D}" type="sibTrans" cxnId="{10363EDC-1066-42F3-8047-7D2D2F6982D3}">
      <dgm:prSet/>
      <dgm:spPr/>
      <dgm:t>
        <a:bodyPr/>
        <a:lstStyle/>
        <a:p>
          <a:endParaRPr lang="ru-RU"/>
        </a:p>
      </dgm:t>
    </dgm:pt>
    <dgm:pt modelId="{F29BC54A-EAA0-4754-B3F8-4B36A02CF40F}" type="pres">
      <dgm:prSet presAssocID="{D296C676-08FC-4B26-8378-FAD331BEA128}" presName="Name0" presStyleCnt="0">
        <dgm:presLayoutVars>
          <dgm:dir/>
          <dgm:animLvl val="lvl"/>
          <dgm:resizeHandles val="exact"/>
        </dgm:presLayoutVars>
      </dgm:prSet>
      <dgm:spPr/>
    </dgm:pt>
    <dgm:pt modelId="{21D18C70-2D41-4A3E-9047-5D1FC3AC3E6A}" type="pres">
      <dgm:prSet presAssocID="{31F9C7B8-E953-4BF2-8E86-1E9DCAB6F28D}" presName="boxAndChildren" presStyleCnt="0"/>
      <dgm:spPr/>
    </dgm:pt>
    <dgm:pt modelId="{F07BA002-C1B0-48AE-9D60-0AEAA94587E2}" type="pres">
      <dgm:prSet presAssocID="{31F9C7B8-E953-4BF2-8E86-1E9DCAB6F28D}" presName="parentTextBox" presStyleLbl="node1" presStyleIdx="0" presStyleCnt="4"/>
      <dgm:spPr/>
    </dgm:pt>
    <dgm:pt modelId="{A1E8BE96-C14A-4966-AAB9-68888BA5E38D}" type="pres">
      <dgm:prSet presAssocID="{31F9C7B8-E953-4BF2-8E86-1E9DCAB6F28D}" presName="entireBox" presStyleLbl="node1" presStyleIdx="0" presStyleCnt="4"/>
      <dgm:spPr/>
    </dgm:pt>
    <dgm:pt modelId="{1863DFE6-83E4-4ABB-8503-760D962BD6BB}" type="pres">
      <dgm:prSet presAssocID="{31F9C7B8-E953-4BF2-8E86-1E9DCAB6F28D}" presName="descendantBox" presStyleCnt="0"/>
      <dgm:spPr/>
    </dgm:pt>
    <dgm:pt modelId="{F3C0E9CA-C74C-420F-B437-F6E45EDCCC42}" type="pres">
      <dgm:prSet presAssocID="{93D9549B-1E4D-4E06-B3BE-186F870B5D14}" presName="childTextBox" presStyleLbl="fgAccFollowNode1" presStyleIdx="0" presStyleCnt="4">
        <dgm:presLayoutVars>
          <dgm:bulletEnabled val="1"/>
        </dgm:presLayoutVars>
      </dgm:prSet>
      <dgm:spPr/>
    </dgm:pt>
    <dgm:pt modelId="{0BB9EB09-1D72-4CB4-A067-A85D3E9054FC}" type="pres">
      <dgm:prSet presAssocID="{DE0E56B6-FC7A-4828-BEC1-1236D2A01410}" presName="sp" presStyleCnt="0"/>
      <dgm:spPr/>
    </dgm:pt>
    <dgm:pt modelId="{3EA7F132-9505-46D5-AC33-880FCCD8B8B7}" type="pres">
      <dgm:prSet presAssocID="{EC797FFE-7F2E-479D-BF7C-244E0E2896FE}" presName="arrowAndChildren" presStyleCnt="0"/>
      <dgm:spPr/>
    </dgm:pt>
    <dgm:pt modelId="{36B388AF-C95F-4E2F-8CA6-85FF22E7E821}" type="pres">
      <dgm:prSet presAssocID="{EC797FFE-7F2E-479D-BF7C-244E0E2896FE}" presName="parentTextArrow" presStyleLbl="node1" presStyleIdx="0" presStyleCnt="4"/>
      <dgm:spPr/>
    </dgm:pt>
    <dgm:pt modelId="{ACE2917B-0319-48A7-B5C2-2789717526C3}" type="pres">
      <dgm:prSet presAssocID="{EC797FFE-7F2E-479D-BF7C-244E0E2896FE}" presName="arrow" presStyleLbl="node1" presStyleIdx="1" presStyleCnt="4"/>
      <dgm:spPr/>
    </dgm:pt>
    <dgm:pt modelId="{FA2B7B5F-D977-401D-BC30-9D089A9BD7A1}" type="pres">
      <dgm:prSet presAssocID="{EC797FFE-7F2E-479D-BF7C-244E0E2896FE}" presName="descendantArrow" presStyleCnt="0"/>
      <dgm:spPr/>
    </dgm:pt>
    <dgm:pt modelId="{14DCEED1-2FE6-47C8-B7B1-B340A1A706BC}" type="pres">
      <dgm:prSet presAssocID="{221DA325-4A0E-492A-A770-BF73FE6209A8}" presName="childTextArrow" presStyleLbl="fgAccFollowNode1" presStyleIdx="1" presStyleCnt="4">
        <dgm:presLayoutVars>
          <dgm:bulletEnabled val="1"/>
        </dgm:presLayoutVars>
      </dgm:prSet>
      <dgm:spPr/>
    </dgm:pt>
    <dgm:pt modelId="{734E57F1-9EC8-4A7A-B81F-3DE9C886F044}" type="pres">
      <dgm:prSet presAssocID="{9F4CCAF3-849D-4397-A946-7B546DB7F952}" presName="sp" presStyleCnt="0"/>
      <dgm:spPr/>
    </dgm:pt>
    <dgm:pt modelId="{7B1A5B2E-FAEE-4A1D-A230-4E739C6ACC7D}" type="pres">
      <dgm:prSet presAssocID="{D8539387-F4B1-44E2-9EBF-CF3735214FFB}" presName="arrowAndChildren" presStyleCnt="0"/>
      <dgm:spPr/>
    </dgm:pt>
    <dgm:pt modelId="{6660A3B5-1EA6-49DF-BAC8-A9646AA17682}" type="pres">
      <dgm:prSet presAssocID="{D8539387-F4B1-44E2-9EBF-CF3735214FFB}" presName="parentTextArrow" presStyleLbl="node1" presStyleIdx="1" presStyleCnt="4"/>
      <dgm:spPr/>
    </dgm:pt>
    <dgm:pt modelId="{C256CC88-421E-4EAA-A890-C7B4FB6C233E}" type="pres">
      <dgm:prSet presAssocID="{D8539387-F4B1-44E2-9EBF-CF3735214FFB}" presName="arrow" presStyleLbl="node1" presStyleIdx="2" presStyleCnt="4"/>
      <dgm:spPr/>
    </dgm:pt>
    <dgm:pt modelId="{65555F7F-7959-49BE-8E8E-7CAA89437354}" type="pres">
      <dgm:prSet presAssocID="{D8539387-F4B1-44E2-9EBF-CF3735214FFB}" presName="descendantArrow" presStyleCnt="0"/>
      <dgm:spPr/>
    </dgm:pt>
    <dgm:pt modelId="{3FA40662-3644-4828-9492-C356F504AA61}" type="pres">
      <dgm:prSet presAssocID="{E0A1F0F3-7F90-491E-A545-7665EA6C8B6D}" presName="childTextArrow" presStyleLbl="fgAccFollowNode1" presStyleIdx="2" presStyleCnt="4">
        <dgm:presLayoutVars>
          <dgm:bulletEnabled val="1"/>
        </dgm:presLayoutVars>
      </dgm:prSet>
      <dgm:spPr/>
    </dgm:pt>
    <dgm:pt modelId="{B6BD1D5E-6316-4EA8-A1CE-1C0C54BD743B}" type="pres">
      <dgm:prSet presAssocID="{FF83660E-1E7F-450F-BDE2-9B1308222D7B}" presName="sp" presStyleCnt="0"/>
      <dgm:spPr/>
    </dgm:pt>
    <dgm:pt modelId="{7C3E912D-9BE8-4BE8-BB76-372B808FFFE7}" type="pres">
      <dgm:prSet presAssocID="{F68F3345-10DA-4706-9757-06FF19E8CE06}" presName="arrowAndChildren" presStyleCnt="0"/>
      <dgm:spPr/>
    </dgm:pt>
    <dgm:pt modelId="{E8791ADE-A219-4511-9C75-955A6A0849DB}" type="pres">
      <dgm:prSet presAssocID="{F68F3345-10DA-4706-9757-06FF19E8CE06}" presName="parentTextArrow" presStyleLbl="node1" presStyleIdx="2" presStyleCnt="4"/>
      <dgm:spPr/>
    </dgm:pt>
    <dgm:pt modelId="{04485208-E41B-4D5C-B14B-A3A5C2A35C56}" type="pres">
      <dgm:prSet presAssocID="{F68F3345-10DA-4706-9757-06FF19E8CE06}" presName="arrow" presStyleLbl="node1" presStyleIdx="3" presStyleCnt="4"/>
      <dgm:spPr/>
    </dgm:pt>
    <dgm:pt modelId="{CBDDF13F-E498-4B50-9453-25FF448C7FD9}" type="pres">
      <dgm:prSet presAssocID="{F68F3345-10DA-4706-9757-06FF19E8CE06}" presName="descendantArrow" presStyleCnt="0"/>
      <dgm:spPr/>
    </dgm:pt>
    <dgm:pt modelId="{767D1A97-0959-48B8-A08A-1920FC76E49C}" type="pres">
      <dgm:prSet presAssocID="{4F711FBC-2F16-4D69-8E2E-772A3A42562B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E1327106-CEDA-41EC-A757-D1C0A78A3238}" type="presOf" srcId="{31F9C7B8-E953-4BF2-8E86-1E9DCAB6F28D}" destId="{F07BA002-C1B0-48AE-9D60-0AEAA94587E2}" srcOrd="0" destOrd="0" presId="urn:microsoft.com/office/officeart/2005/8/layout/process4"/>
    <dgm:cxn modelId="{CB8C8218-97C6-4678-B1DD-93B81745A546}" srcId="{F68F3345-10DA-4706-9757-06FF19E8CE06}" destId="{4F711FBC-2F16-4D69-8E2E-772A3A42562B}" srcOrd="0" destOrd="0" parTransId="{78CDBA01-9930-4732-8FA8-576351F94D6A}" sibTransId="{B975F613-FCF4-4082-91ED-285BE839D759}"/>
    <dgm:cxn modelId="{0C3B7D1F-B040-4C7E-995C-146849B45DAA}" type="presOf" srcId="{EC797FFE-7F2E-479D-BF7C-244E0E2896FE}" destId="{ACE2917B-0319-48A7-B5C2-2789717526C3}" srcOrd="1" destOrd="0" presId="urn:microsoft.com/office/officeart/2005/8/layout/process4"/>
    <dgm:cxn modelId="{D7143125-E18C-4BD7-8974-CC14C16A4A0B}" type="presOf" srcId="{D296C676-08FC-4B26-8378-FAD331BEA128}" destId="{F29BC54A-EAA0-4754-B3F8-4B36A02CF40F}" srcOrd="0" destOrd="0" presId="urn:microsoft.com/office/officeart/2005/8/layout/process4"/>
    <dgm:cxn modelId="{054FEE2B-E802-41F4-89BB-03F3E9A4AF8D}" srcId="{D8539387-F4B1-44E2-9EBF-CF3735214FFB}" destId="{E0A1F0F3-7F90-491E-A545-7665EA6C8B6D}" srcOrd="0" destOrd="0" parTransId="{30E12107-C642-4735-A496-E87D79A3F441}" sibTransId="{CA7D1B01-E0C3-4AA8-BE82-6611B9E710CC}"/>
    <dgm:cxn modelId="{D373262D-4A54-49D6-8F91-EF95BCE3C847}" srcId="{D296C676-08FC-4B26-8378-FAD331BEA128}" destId="{EC797FFE-7F2E-479D-BF7C-244E0E2896FE}" srcOrd="2" destOrd="0" parTransId="{BCE4A844-6803-4ADF-AFC9-385C2BCF4F5B}" sibTransId="{DE0E56B6-FC7A-4828-BEC1-1236D2A01410}"/>
    <dgm:cxn modelId="{8B014630-113F-4E4B-9382-678DC1E33A7B}" type="presOf" srcId="{D8539387-F4B1-44E2-9EBF-CF3735214FFB}" destId="{6660A3B5-1EA6-49DF-BAC8-A9646AA17682}" srcOrd="0" destOrd="0" presId="urn:microsoft.com/office/officeart/2005/8/layout/process4"/>
    <dgm:cxn modelId="{9D29AC5C-12C7-4CB0-896A-ED7E856E9707}" type="presOf" srcId="{221DA325-4A0E-492A-A770-BF73FE6209A8}" destId="{14DCEED1-2FE6-47C8-B7B1-B340A1A706BC}" srcOrd="0" destOrd="0" presId="urn:microsoft.com/office/officeart/2005/8/layout/process4"/>
    <dgm:cxn modelId="{163CA75D-7E3C-4EF8-9D86-F1CB88EC65D7}" type="presOf" srcId="{D8539387-F4B1-44E2-9EBF-CF3735214FFB}" destId="{C256CC88-421E-4EAA-A890-C7B4FB6C233E}" srcOrd="1" destOrd="0" presId="urn:microsoft.com/office/officeart/2005/8/layout/process4"/>
    <dgm:cxn modelId="{B0B6BC42-E022-4663-9E55-5D51A996BC7D}" srcId="{D296C676-08FC-4B26-8378-FAD331BEA128}" destId="{F68F3345-10DA-4706-9757-06FF19E8CE06}" srcOrd="0" destOrd="0" parTransId="{B1C03197-5348-40E8-88F5-5ADFC1A45B75}" sibTransId="{FF83660E-1E7F-450F-BDE2-9B1308222D7B}"/>
    <dgm:cxn modelId="{54077F8F-369B-4367-8F1A-610297B056E1}" type="presOf" srcId="{F68F3345-10DA-4706-9757-06FF19E8CE06}" destId="{04485208-E41B-4D5C-B14B-A3A5C2A35C56}" srcOrd="1" destOrd="0" presId="urn:microsoft.com/office/officeart/2005/8/layout/process4"/>
    <dgm:cxn modelId="{D14B44A4-B23A-48AE-8DB2-58DFFA487741}" type="presOf" srcId="{E0A1F0F3-7F90-491E-A545-7665EA6C8B6D}" destId="{3FA40662-3644-4828-9492-C356F504AA61}" srcOrd="0" destOrd="0" presId="urn:microsoft.com/office/officeart/2005/8/layout/process4"/>
    <dgm:cxn modelId="{01287CAE-69CE-4F89-B553-D3B04CE27DA0}" type="presOf" srcId="{EC797FFE-7F2E-479D-BF7C-244E0E2896FE}" destId="{36B388AF-C95F-4E2F-8CA6-85FF22E7E821}" srcOrd="0" destOrd="0" presId="urn:microsoft.com/office/officeart/2005/8/layout/process4"/>
    <dgm:cxn modelId="{04FF32B4-FFE2-416A-B6A3-17E93E77B1EF}" srcId="{EC797FFE-7F2E-479D-BF7C-244E0E2896FE}" destId="{221DA325-4A0E-492A-A770-BF73FE6209A8}" srcOrd="0" destOrd="0" parTransId="{D45C0877-7F72-4797-8D71-C675F87C25B5}" sibTransId="{57E51406-1A61-4A1F-9B07-DF5150F618D7}"/>
    <dgm:cxn modelId="{7EDA95D1-512F-4301-A0DA-519DC8EB1550}" type="presOf" srcId="{31F9C7B8-E953-4BF2-8E86-1E9DCAB6F28D}" destId="{A1E8BE96-C14A-4966-AAB9-68888BA5E38D}" srcOrd="1" destOrd="0" presId="urn:microsoft.com/office/officeart/2005/8/layout/process4"/>
    <dgm:cxn modelId="{92F79AD4-D5EF-4334-9F7F-07311C5890BC}" type="presOf" srcId="{F68F3345-10DA-4706-9757-06FF19E8CE06}" destId="{E8791ADE-A219-4511-9C75-955A6A0849DB}" srcOrd="0" destOrd="0" presId="urn:microsoft.com/office/officeart/2005/8/layout/process4"/>
    <dgm:cxn modelId="{5D4950D6-4ED1-4F14-85B2-4EF7BEFDC286}" srcId="{D296C676-08FC-4B26-8378-FAD331BEA128}" destId="{31F9C7B8-E953-4BF2-8E86-1E9DCAB6F28D}" srcOrd="3" destOrd="0" parTransId="{34EB5087-8D3C-4171-87AE-4FDBC166CEDF}" sibTransId="{DEDE3A01-9375-460A-8482-6A22654AD577}"/>
    <dgm:cxn modelId="{10363EDC-1066-42F3-8047-7D2D2F6982D3}" srcId="{31F9C7B8-E953-4BF2-8E86-1E9DCAB6F28D}" destId="{93D9549B-1E4D-4E06-B3BE-186F870B5D14}" srcOrd="0" destOrd="0" parTransId="{92ADC291-AB6A-40F7-909F-3D99C20DD448}" sibTransId="{3A3D577E-294F-4CD2-8064-E972E1DAAC3D}"/>
    <dgm:cxn modelId="{9932F6DE-AF76-497A-9270-D1CD55E8056F}" type="presOf" srcId="{93D9549B-1E4D-4E06-B3BE-186F870B5D14}" destId="{F3C0E9CA-C74C-420F-B437-F6E45EDCCC42}" srcOrd="0" destOrd="0" presId="urn:microsoft.com/office/officeart/2005/8/layout/process4"/>
    <dgm:cxn modelId="{C8746BE8-4E20-4612-8FFE-8C87D0239814}" type="presOf" srcId="{4F711FBC-2F16-4D69-8E2E-772A3A42562B}" destId="{767D1A97-0959-48B8-A08A-1920FC76E49C}" srcOrd="0" destOrd="0" presId="urn:microsoft.com/office/officeart/2005/8/layout/process4"/>
    <dgm:cxn modelId="{0C3B79FE-7C08-4D58-8DA4-37B89FCA60C4}" srcId="{D296C676-08FC-4B26-8378-FAD331BEA128}" destId="{D8539387-F4B1-44E2-9EBF-CF3735214FFB}" srcOrd="1" destOrd="0" parTransId="{D2CFDFA2-7C1E-4B7B-81E9-2CE674099299}" sibTransId="{9F4CCAF3-849D-4397-A946-7B546DB7F952}"/>
    <dgm:cxn modelId="{C82318F0-6286-4567-96FF-7E5AB27640C2}" type="presParOf" srcId="{F29BC54A-EAA0-4754-B3F8-4B36A02CF40F}" destId="{21D18C70-2D41-4A3E-9047-5D1FC3AC3E6A}" srcOrd="0" destOrd="0" presId="urn:microsoft.com/office/officeart/2005/8/layout/process4"/>
    <dgm:cxn modelId="{42E2A565-8F5A-4549-BF4F-98018436E493}" type="presParOf" srcId="{21D18C70-2D41-4A3E-9047-5D1FC3AC3E6A}" destId="{F07BA002-C1B0-48AE-9D60-0AEAA94587E2}" srcOrd="0" destOrd="0" presId="urn:microsoft.com/office/officeart/2005/8/layout/process4"/>
    <dgm:cxn modelId="{D254219F-3D66-4B76-B44E-69147E3D301F}" type="presParOf" srcId="{21D18C70-2D41-4A3E-9047-5D1FC3AC3E6A}" destId="{A1E8BE96-C14A-4966-AAB9-68888BA5E38D}" srcOrd="1" destOrd="0" presId="urn:microsoft.com/office/officeart/2005/8/layout/process4"/>
    <dgm:cxn modelId="{5B39025F-5F10-4043-BCD5-C63B686142D3}" type="presParOf" srcId="{21D18C70-2D41-4A3E-9047-5D1FC3AC3E6A}" destId="{1863DFE6-83E4-4ABB-8503-760D962BD6BB}" srcOrd="2" destOrd="0" presId="urn:microsoft.com/office/officeart/2005/8/layout/process4"/>
    <dgm:cxn modelId="{964C598B-A8BC-43F2-A3CB-60B4E59C1736}" type="presParOf" srcId="{1863DFE6-83E4-4ABB-8503-760D962BD6BB}" destId="{F3C0E9CA-C74C-420F-B437-F6E45EDCCC42}" srcOrd="0" destOrd="0" presId="urn:microsoft.com/office/officeart/2005/8/layout/process4"/>
    <dgm:cxn modelId="{F138A2AB-21D9-4315-9BCF-39A042F1BE82}" type="presParOf" srcId="{F29BC54A-EAA0-4754-B3F8-4B36A02CF40F}" destId="{0BB9EB09-1D72-4CB4-A067-A85D3E9054FC}" srcOrd="1" destOrd="0" presId="urn:microsoft.com/office/officeart/2005/8/layout/process4"/>
    <dgm:cxn modelId="{CBC30B31-64CA-4D3A-A05C-21447F973399}" type="presParOf" srcId="{F29BC54A-EAA0-4754-B3F8-4B36A02CF40F}" destId="{3EA7F132-9505-46D5-AC33-880FCCD8B8B7}" srcOrd="2" destOrd="0" presId="urn:microsoft.com/office/officeart/2005/8/layout/process4"/>
    <dgm:cxn modelId="{70A5A878-8D8A-47DB-95CF-82BBAD23E72E}" type="presParOf" srcId="{3EA7F132-9505-46D5-AC33-880FCCD8B8B7}" destId="{36B388AF-C95F-4E2F-8CA6-85FF22E7E821}" srcOrd="0" destOrd="0" presId="urn:microsoft.com/office/officeart/2005/8/layout/process4"/>
    <dgm:cxn modelId="{E738A3C7-91F9-4DF6-8586-237E4211F7B0}" type="presParOf" srcId="{3EA7F132-9505-46D5-AC33-880FCCD8B8B7}" destId="{ACE2917B-0319-48A7-B5C2-2789717526C3}" srcOrd="1" destOrd="0" presId="urn:microsoft.com/office/officeart/2005/8/layout/process4"/>
    <dgm:cxn modelId="{BA747976-CC48-42B5-B1D8-5BC512A7484A}" type="presParOf" srcId="{3EA7F132-9505-46D5-AC33-880FCCD8B8B7}" destId="{FA2B7B5F-D977-401D-BC30-9D089A9BD7A1}" srcOrd="2" destOrd="0" presId="urn:microsoft.com/office/officeart/2005/8/layout/process4"/>
    <dgm:cxn modelId="{2EEF3979-EC3F-4EBA-876B-850E9F5D7803}" type="presParOf" srcId="{FA2B7B5F-D977-401D-BC30-9D089A9BD7A1}" destId="{14DCEED1-2FE6-47C8-B7B1-B340A1A706BC}" srcOrd="0" destOrd="0" presId="urn:microsoft.com/office/officeart/2005/8/layout/process4"/>
    <dgm:cxn modelId="{636B42F7-8780-4092-BA4C-D7665E8A2C26}" type="presParOf" srcId="{F29BC54A-EAA0-4754-B3F8-4B36A02CF40F}" destId="{734E57F1-9EC8-4A7A-B81F-3DE9C886F044}" srcOrd="3" destOrd="0" presId="urn:microsoft.com/office/officeart/2005/8/layout/process4"/>
    <dgm:cxn modelId="{2E550E70-E537-437E-8C09-33A1E7809E3E}" type="presParOf" srcId="{F29BC54A-EAA0-4754-B3F8-4B36A02CF40F}" destId="{7B1A5B2E-FAEE-4A1D-A230-4E739C6ACC7D}" srcOrd="4" destOrd="0" presId="urn:microsoft.com/office/officeart/2005/8/layout/process4"/>
    <dgm:cxn modelId="{889A71B7-A38B-4297-937A-72906DE5789D}" type="presParOf" srcId="{7B1A5B2E-FAEE-4A1D-A230-4E739C6ACC7D}" destId="{6660A3B5-1EA6-49DF-BAC8-A9646AA17682}" srcOrd="0" destOrd="0" presId="urn:microsoft.com/office/officeart/2005/8/layout/process4"/>
    <dgm:cxn modelId="{C74A4D69-E49F-47C3-9AEA-235D403CE45A}" type="presParOf" srcId="{7B1A5B2E-FAEE-4A1D-A230-4E739C6ACC7D}" destId="{C256CC88-421E-4EAA-A890-C7B4FB6C233E}" srcOrd="1" destOrd="0" presId="urn:microsoft.com/office/officeart/2005/8/layout/process4"/>
    <dgm:cxn modelId="{87EABDF9-9467-42C5-BEDB-EE58561FC0AC}" type="presParOf" srcId="{7B1A5B2E-FAEE-4A1D-A230-4E739C6ACC7D}" destId="{65555F7F-7959-49BE-8E8E-7CAA89437354}" srcOrd="2" destOrd="0" presId="urn:microsoft.com/office/officeart/2005/8/layout/process4"/>
    <dgm:cxn modelId="{981BAC11-03D5-4C50-BDB0-4088E8C62C90}" type="presParOf" srcId="{65555F7F-7959-49BE-8E8E-7CAA89437354}" destId="{3FA40662-3644-4828-9492-C356F504AA61}" srcOrd="0" destOrd="0" presId="urn:microsoft.com/office/officeart/2005/8/layout/process4"/>
    <dgm:cxn modelId="{24AE1F87-8D82-493F-BA63-2343EE2B6733}" type="presParOf" srcId="{F29BC54A-EAA0-4754-B3F8-4B36A02CF40F}" destId="{B6BD1D5E-6316-4EA8-A1CE-1C0C54BD743B}" srcOrd="5" destOrd="0" presId="urn:microsoft.com/office/officeart/2005/8/layout/process4"/>
    <dgm:cxn modelId="{5D1CA3A6-81F1-46DF-8243-877FDB4A76C1}" type="presParOf" srcId="{F29BC54A-EAA0-4754-B3F8-4B36A02CF40F}" destId="{7C3E912D-9BE8-4BE8-BB76-372B808FFFE7}" srcOrd="6" destOrd="0" presId="urn:microsoft.com/office/officeart/2005/8/layout/process4"/>
    <dgm:cxn modelId="{B5DDFB23-400B-4EE1-9647-D737A7EA16DF}" type="presParOf" srcId="{7C3E912D-9BE8-4BE8-BB76-372B808FFFE7}" destId="{E8791ADE-A219-4511-9C75-955A6A0849DB}" srcOrd="0" destOrd="0" presId="urn:microsoft.com/office/officeart/2005/8/layout/process4"/>
    <dgm:cxn modelId="{C50DE79F-EF10-47E8-ACE7-F4857617EEB5}" type="presParOf" srcId="{7C3E912D-9BE8-4BE8-BB76-372B808FFFE7}" destId="{04485208-E41B-4D5C-B14B-A3A5C2A35C56}" srcOrd="1" destOrd="0" presId="urn:microsoft.com/office/officeart/2005/8/layout/process4"/>
    <dgm:cxn modelId="{5AD07239-401E-4F52-9733-EA5B61C3F482}" type="presParOf" srcId="{7C3E912D-9BE8-4BE8-BB76-372B808FFFE7}" destId="{CBDDF13F-E498-4B50-9453-25FF448C7FD9}" srcOrd="2" destOrd="0" presId="urn:microsoft.com/office/officeart/2005/8/layout/process4"/>
    <dgm:cxn modelId="{167B801D-4843-4485-BFAC-ACC1D0D69144}" type="presParOf" srcId="{CBDDF13F-E498-4B50-9453-25FF448C7FD9}" destId="{767D1A97-0959-48B8-A08A-1920FC76E49C}" srcOrd="0" destOrd="0" presId="urn:microsoft.com/office/officeart/2005/8/layout/process4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64C331-914D-4A0B-961A-4DA914DDDE1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9F3B640-1DD8-4954-96D1-6CDAB591953D}">
      <dgm:prSet phldrT="[Текст]"/>
      <dgm:spPr>
        <a:solidFill>
          <a:schemeClr val="bg1"/>
        </a:solidFill>
      </dgm:spPr>
      <dgm:t>
        <a:bodyPr/>
        <a:lstStyle/>
        <a:p>
          <a:r>
            <a:rPr lang="en-US" b="0" dirty="0" err="1"/>
            <a:t>cpr</a:t>
          </a:r>
          <a:r>
            <a:rPr lang="ru-RU" b="0" dirty="0"/>
            <a:t> – работа с интернет запросами</a:t>
          </a:r>
          <a:endParaRPr lang="ru-RU" dirty="0"/>
        </a:p>
      </dgm:t>
    </dgm:pt>
    <dgm:pt modelId="{3ED4CE5B-0EAA-46AD-A67D-8A3A613B8B36}" type="parTrans" cxnId="{807FB907-1DC3-4A41-89CA-AD44E6DB130E}">
      <dgm:prSet/>
      <dgm:spPr/>
      <dgm:t>
        <a:bodyPr/>
        <a:lstStyle/>
        <a:p>
          <a:endParaRPr lang="ru-RU"/>
        </a:p>
      </dgm:t>
    </dgm:pt>
    <dgm:pt modelId="{810B0D89-4DBC-43AF-AB72-404154AEEF7E}" type="sibTrans" cxnId="{807FB907-1DC3-4A41-89CA-AD44E6DB130E}">
      <dgm:prSet/>
      <dgm:spPr/>
      <dgm:t>
        <a:bodyPr/>
        <a:lstStyle/>
        <a:p>
          <a:endParaRPr lang="ru-RU"/>
        </a:p>
      </dgm:t>
    </dgm:pt>
    <dgm:pt modelId="{9111EF9F-0D3C-4C26-A3DD-0DF009AFAA52}">
      <dgm:prSet phldrT="[Текст]"/>
      <dgm:spPr>
        <a:solidFill>
          <a:schemeClr val="bg1"/>
        </a:solidFill>
      </dgm:spPr>
      <dgm:t>
        <a:bodyPr/>
        <a:lstStyle/>
        <a:p>
          <a:r>
            <a:rPr lang="en-US" dirty="0" err="1"/>
            <a:t>Nlohmann</a:t>
          </a:r>
          <a:r>
            <a:rPr lang="en-US" dirty="0"/>
            <a:t>/</a:t>
          </a:r>
          <a:r>
            <a:rPr lang="en-US" dirty="0" err="1"/>
            <a:t>json</a:t>
          </a:r>
          <a:r>
            <a:rPr lang="en-US" dirty="0"/>
            <a:t> – </a:t>
          </a:r>
          <a:r>
            <a:rPr lang="ru-RU" dirty="0"/>
            <a:t>работа с конфигурационными файлами формата </a:t>
          </a:r>
          <a:r>
            <a:rPr lang="en-US" dirty="0" err="1"/>
            <a:t>json</a:t>
          </a:r>
          <a:endParaRPr lang="ru-RU" dirty="0"/>
        </a:p>
      </dgm:t>
    </dgm:pt>
    <dgm:pt modelId="{E4F9B608-1286-451B-903F-2C3BE49E8893}" type="parTrans" cxnId="{D0988DDC-58BA-47B9-B0B7-39CB5CEF7897}">
      <dgm:prSet/>
      <dgm:spPr/>
      <dgm:t>
        <a:bodyPr/>
        <a:lstStyle/>
        <a:p>
          <a:endParaRPr lang="ru-RU"/>
        </a:p>
      </dgm:t>
    </dgm:pt>
    <dgm:pt modelId="{ACD8A602-094D-402A-BE7B-6BA3A2F0F50D}" type="sibTrans" cxnId="{D0988DDC-58BA-47B9-B0B7-39CB5CEF7897}">
      <dgm:prSet/>
      <dgm:spPr/>
      <dgm:t>
        <a:bodyPr/>
        <a:lstStyle/>
        <a:p>
          <a:endParaRPr lang="ru-RU"/>
        </a:p>
      </dgm:t>
    </dgm:pt>
    <dgm:pt modelId="{0708AE84-B9EC-4793-94D8-F75DDFF03CA8}">
      <dgm:prSet phldrT="[Текст]"/>
      <dgm:spPr>
        <a:solidFill>
          <a:schemeClr val="bg1"/>
        </a:solidFill>
      </dgm:spPr>
      <dgm:t>
        <a:bodyPr/>
        <a:lstStyle/>
        <a:p>
          <a:r>
            <a:rPr lang="en-US" dirty="0" err="1"/>
            <a:t>Argparse</a:t>
          </a:r>
          <a:r>
            <a:rPr lang="en-US" dirty="0"/>
            <a:t> – </a:t>
          </a:r>
          <a:r>
            <a:rPr lang="ru-RU" dirty="0"/>
            <a:t>библиотека для </a:t>
          </a:r>
          <a:r>
            <a:rPr lang="ru-RU" dirty="0" err="1"/>
            <a:t>парсинга</a:t>
          </a:r>
          <a:r>
            <a:rPr lang="ru-RU" dirty="0"/>
            <a:t> аргументов командной строки</a:t>
          </a:r>
        </a:p>
      </dgm:t>
    </dgm:pt>
    <dgm:pt modelId="{333223E8-E64C-4A62-9523-AD7136BAD6DA}" type="parTrans" cxnId="{21D441CC-CD8E-45A2-83F7-2EDE6DB231D7}">
      <dgm:prSet/>
      <dgm:spPr/>
      <dgm:t>
        <a:bodyPr/>
        <a:lstStyle/>
        <a:p>
          <a:endParaRPr lang="ru-RU"/>
        </a:p>
      </dgm:t>
    </dgm:pt>
    <dgm:pt modelId="{B59439E8-C4D3-464A-BD88-1372E76657B4}" type="sibTrans" cxnId="{21D441CC-CD8E-45A2-83F7-2EDE6DB231D7}">
      <dgm:prSet/>
      <dgm:spPr/>
      <dgm:t>
        <a:bodyPr/>
        <a:lstStyle/>
        <a:p>
          <a:endParaRPr lang="ru-RU"/>
        </a:p>
      </dgm:t>
    </dgm:pt>
    <dgm:pt modelId="{3819DA39-8DB6-44E1-B190-9C69E4CA8407}" type="pres">
      <dgm:prSet presAssocID="{F764C331-914D-4A0B-961A-4DA914DDDE13}" presName="diagram" presStyleCnt="0">
        <dgm:presLayoutVars>
          <dgm:dir/>
          <dgm:resizeHandles val="exact"/>
        </dgm:presLayoutVars>
      </dgm:prSet>
      <dgm:spPr/>
    </dgm:pt>
    <dgm:pt modelId="{A9A31758-B6CB-4695-9EC5-CF239C27278B}" type="pres">
      <dgm:prSet presAssocID="{09F3B640-1DD8-4954-96D1-6CDAB591953D}" presName="node" presStyleLbl="node1" presStyleIdx="0" presStyleCnt="3" custScaleX="73650" custScaleY="66548">
        <dgm:presLayoutVars>
          <dgm:bulletEnabled val="1"/>
        </dgm:presLayoutVars>
      </dgm:prSet>
      <dgm:spPr/>
    </dgm:pt>
    <dgm:pt modelId="{EFC9B71F-5B48-423F-827C-37F9E789BF78}" type="pres">
      <dgm:prSet presAssocID="{810B0D89-4DBC-43AF-AB72-404154AEEF7E}" presName="sibTrans" presStyleCnt="0"/>
      <dgm:spPr/>
    </dgm:pt>
    <dgm:pt modelId="{1B4646A9-35AA-49A9-A31D-646D7317A8AD}" type="pres">
      <dgm:prSet presAssocID="{9111EF9F-0D3C-4C26-A3DD-0DF009AFAA52}" presName="node" presStyleLbl="node1" presStyleIdx="1" presStyleCnt="3" custScaleX="73650" custScaleY="66548">
        <dgm:presLayoutVars>
          <dgm:bulletEnabled val="1"/>
        </dgm:presLayoutVars>
      </dgm:prSet>
      <dgm:spPr/>
    </dgm:pt>
    <dgm:pt modelId="{B493221C-B0CA-4E3D-930B-C9F575629694}" type="pres">
      <dgm:prSet presAssocID="{ACD8A602-094D-402A-BE7B-6BA3A2F0F50D}" presName="sibTrans" presStyleCnt="0"/>
      <dgm:spPr/>
    </dgm:pt>
    <dgm:pt modelId="{E4BF91FD-0A1B-4707-9765-E0D8721B6C17}" type="pres">
      <dgm:prSet presAssocID="{0708AE84-B9EC-4793-94D8-F75DDFF03CA8}" presName="node" presStyleLbl="node1" presStyleIdx="2" presStyleCnt="3" custScaleX="73650" custScaleY="66548">
        <dgm:presLayoutVars>
          <dgm:bulletEnabled val="1"/>
        </dgm:presLayoutVars>
      </dgm:prSet>
      <dgm:spPr/>
    </dgm:pt>
  </dgm:ptLst>
  <dgm:cxnLst>
    <dgm:cxn modelId="{807FB907-1DC3-4A41-89CA-AD44E6DB130E}" srcId="{F764C331-914D-4A0B-961A-4DA914DDDE13}" destId="{09F3B640-1DD8-4954-96D1-6CDAB591953D}" srcOrd="0" destOrd="0" parTransId="{3ED4CE5B-0EAA-46AD-A67D-8A3A613B8B36}" sibTransId="{810B0D89-4DBC-43AF-AB72-404154AEEF7E}"/>
    <dgm:cxn modelId="{2564F10E-0472-4C44-8458-F15B19E1C99B}" type="presOf" srcId="{9111EF9F-0D3C-4C26-A3DD-0DF009AFAA52}" destId="{1B4646A9-35AA-49A9-A31D-646D7317A8AD}" srcOrd="0" destOrd="0" presId="urn:microsoft.com/office/officeart/2005/8/layout/default"/>
    <dgm:cxn modelId="{39DD3C1A-A910-4AC2-B4B4-7DC0E8C04A49}" type="presOf" srcId="{F764C331-914D-4A0B-961A-4DA914DDDE13}" destId="{3819DA39-8DB6-44E1-B190-9C69E4CA8407}" srcOrd="0" destOrd="0" presId="urn:microsoft.com/office/officeart/2005/8/layout/default"/>
    <dgm:cxn modelId="{B53E4071-3080-4427-80E7-39D922AD6ADA}" type="presOf" srcId="{0708AE84-B9EC-4793-94D8-F75DDFF03CA8}" destId="{E4BF91FD-0A1B-4707-9765-E0D8721B6C17}" srcOrd="0" destOrd="0" presId="urn:microsoft.com/office/officeart/2005/8/layout/default"/>
    <dgm:cxn modelId="{21D441CC-CD8E-45A2-83F7-2EDE6DB231D7}" srcId="{F764C331-914D-4A0B-961A-4DA914DDDE13}" destId="{0708AE84-B9EC-4793-94D8-F75DDFF03CA8}" srcOrd="2" destOrd="0" parTransId="{333223E8-E64C-4A62-9523-AD7136BAD6DA}" sibTransId="{B59439E8-C4D3-464A-BD88-1372E76657B4}"/>
    <dgm:cxn modelId="{D0988DDC-58BA-47B9-B0B7-39CB5CEF7897}" srcId="{F764C331-914D-4A0B-961A-4DA914DDDE13}" destId="{9111EF9F-0D3C-4C26-A3DD-0DF009AFAA52}" srcOrd="1" destOrd="0" parTransId="{E4F9B608-1286-451B-903F-2C3BE49E8893}" sibTransId="{ACD8A602-094D-402A-BE7B-6BA3A2F0F50D}"/>
    <dgm:cxn modelId="{F67A58FB-DBEC-49CB-91B3-301920D3675E}" type="presOf" srcId="{09F3B640-1DD8-4954-96D1-6CDAB591953D}" destId="{A9A31758-B6CB-4695-9EC5-CF239C27278B}" srcOrd="0" destOrd="0" presId="urn:microsoft.com/office/officeart/2005/8/layout/default"/>
    <dgm:cxn modelId="{E625C00E-7267-4FFA-89A0-347221E81772}" type="presParOf" srcId="{3819DA39-8DB6-44E1-B190-9C69E4CA8407}" destId="{A9A31758-B6CB-4695-9EC5-CF239C27278B}" srcOrd="0" destOrd="0" presId="urn:microsoft.com/office/officeart/2005/8/layout/default"/>
    <dgm:cxn modelId="{58C059A2-5382-4636-AB7C-C23D1AB984D4}" type="presParOf" srcId="{3819DA39-8DB6-44E1-B190-9C69E4CA8407}" destId="{EFC9B71F-5B48-423F-827C-37F9E789BF78}" srcOrd="1" destOrd="0" presId="urn:microsoft.com/office/officeart/2005/8/layout/default"/>
    <dgm:cxn modelId="{5383E292-999D-42B9-A8B7-2A978EC99369}" type="presParOf" srcId="{3819DA39-8DB6-44E1-B190-9C69E4CA8407}" destId="{1B4646A9-35AA-49A9-A31D-646D7317A8AD}" srcOrd="2" destOrd="0" presId="urn:microsoft.com/office/officeart/2005/8/layout/default"/>
    <dgm:cxn modelId="{C0B34203-33D1-4897-AA28-3A918AA695A5}" type="presParOf" srcId="{3819DA39-8DB6-44E1-B190-9C69E4CA8407}" destId="{B493221C-B0CA-4E3D-930B-C9F575629694}" srcOrd="3" destOrd="0" presId="urn:microsoft.com/office/officeart/2005/8/layout/default"/>
    <dgm:cxn modelId="{224170E7-C392-4016-9754-03202F12EEFB}" type="presParOf" srcId="{3819DA39-8DB6-44E1-B190-9C69E4CA8407}" destId="{E4BF91FD-0A1B-4707-9765-E0D8721B6C1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48DE64-9C24-4F7D-81DF-B10282BE2A4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1B5A4AE-298A-4459-BFCD-DF91616A5443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/>
            <a:t>Пользователь кликает на ярлык</a:t>
          </a:r>
        </a:p>
      </dgm:t>
    </dgm:pt>
    <dgm:pt modelId="{731B6C92-3012-4B76-B0AF-EE0A467C3056}" type="parTrans" cxnId="{D084EDDB-CABA-4281-9F96-C32E93B25508}">
      <dgm:prSet/>
      <dgm:spPr/>
      <dgm:t>
        <a:bodyPr/>
        <a:lstStyle/>
        <a:p>
          <a:endParaRPr lang="ru-RU"/>
        </a:p>
      </dgm:t>
    </dgm:pt>
    <dgm:pt modelId="{F1D78B5D-29D4-4358-993A-273A6FE2DE4B}" type="sibTrans" cxnId="{D084EDDB-CABA-4281-9F96-C32E93B25508}">
      <dgm:prSet/>
      <dgm:spPr/>
      <dgm:t>
        <a:bodyPr/>
        <a:lstStyle/>
        <a:p>
          <a:endParaRPr lang="ru-RU"/>
        </a:p>
      </dgm:t>
    </dgm:pt>
    <dgm:pt modelId="{D10E293F-5801-4917-B0AE-38CF81D24B70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/>
            <a:t>Пользователь </a:t>
          </a:r>
          <a:r>
            <a:rPr lang="ru-RU" dirty="0" err="1"/>
            <a:t>ознакамливается</a:t>
          </a:r>
          <a:r>
            <a:rPr lang="ru-RU" dirty="0"/>
            <a:t> и нажимает кнопку для очистки</a:t>
          </a:r>
        </a:p>
      </dgm:t>
    </dgm:pt>
    <dgm:pt modelId="{B5DCFF2F-D58A-44C3-A5BA-4AE66D626C5E}" type="parTrans" cxnId="{E5829E8B-6720-43D9-9434-AAC3EC3A6D00}">
      <dgm:prSet/>
      <dgm:spPr/>
      <dgm:t>
        <a:bodyPr/>
        <a:lstStyle/>
        <a:p>
          <a:endParaRPr lang="ru-RU"/>
        </a:p>
      </dgm:t>
    </dgm:pt>
    <dgm:pt modelId="{9A181039-2ED7-44BB-A70E-041215DD7D18}" type="sibTrans" cxnId="{E5829E8B-6720-43D9-9434-AAC3EC3A6D00}">
      <dgm:prSet/>
      <dgm:spPr/>
      <dgm:t>
        <a:bodyPr/>
        <a:lstStyle/>
        <a:p>
          <a:endParaRPr lang="ru-RU"/>
        </a:p>
      </dgm:t>
    </dgm:pt>
    <dgm:pt modelId="{11D0ABA1-CE98-41E5-B7C3-A434C74B3C2F}">
      <dgm:prSet/>
      <dgm:spPr/>
      <dgm:t>
        <a:bodyPr/>
        <a:lstStyle/>
        <a:p>
          <a:r>
            <a:rPr lang="ru-RU" dirty="0"/>
            <a:t>Действие программы</a:t>
          </a:r>
          <a:r>
            <a:rPr lang="en-US" dirty="0"/>
            <a:t>:</a:t>
          </a:r>
          <a:endParaRPr lang="ru-RU" dirty="0"/>
        </a:p>
      </dgm:t>
    </dgm:pt>
    <dgm:pt modelId="{404F7749-FEB9-41DF-8F6A-FC4F4211AB2E}" type="parTrans" cxnId="{84038201-198A-483E-943E-9E2195038AB3}">
      <dgm:prSet/>
      <dgm:spPr/>
      <dgm:t>
        <a:bodyPr/>
        <a:lstStyle/>
        <a:p>
          <a:endParaRPr lang="ru-RU"/>
        </a:p>
      </dgm:t>
    </dgm:pt>
    <dgm:pt modelId="{28CAF296-1B7E-4AC9-AEE9-7FF4E06BFA51}" type="sibTrans" cxnId="{84038201-198A-483E-943E-9E2195038AB3}">
      <dgm:prSet/>
      <dgm:spPr/>
      <dgm:t>
        <a:bodyPr/>
        <a:lstStyle/>
        <a:p>
          <a:endParaRPr lang="ru-RU"/>
        </a:p>
      </dgm:t>
    </dgm:pt>
    <dgm:pt modelId="{66E5277D-C406-49DB-BC1B-5B8AD59612E8}">
      <dgm:prSet/>
      <dgm:spPr/>
      <dgm:t>
        <a:bodyPr/>
        <a:lstStyle/>
        <a:p>
          <a:r>
            <a:rPr lang="ru-RU" dirty="0"/>
            <a:t>1) Сканирование аргументов</a:t>
          </a:r>
        </a:p>
      </dgm:t>
    </dgm:pt>
    <dgm:pt modelId="{AF26C747-8A27-40EB-8AAB-663791D47430}" type="parTrans" cxnId="{8F3C1D73-C1C2-4155-BDEA-09FDFF54F077}">
      <dgm:prSet/>
      <dgm:spPr/>
      <dgm:t>
        <a:bodyPr/>
        <a:lstStyle/>
        <a:p>
          <a:endParaRPr lang="ru-RU"/>
        </a:p>
      </dgm:t>
    </dgm:pt>
    <dgm:pt modelId="{9E35B65E-080D-485F-A19F-FDFA266CF70C}" type="sibTrans" cxnId="{8F3C1D73-C1C2-4155-BDEA-09FDFF54F077}">
      <dgm:prSet/>
      <dgm:spPr/>
      <dgm:t>
        <a:bodyPr/>
        <a:lstStyle/>
        <a:p>
          <a:endParaRPr lang="ru-RU"/>
        </a:p>
      </dgm:t>
    </dgm:pt>
    <dgm:pt modelId="{4AC03482-DBC6-42D8-BB39-54519C69A281}">
      <dgm:prSet/>
      <dgm:spPr/>
      <dgm:t>
        <a:bodyPr/>
        <a:lstStyle/>
        <a:p>
          <a:r>
            <a:rPr lang="ru-RU" dirty="0"/>
            <a:t>2) Проверка обновлений и скачка файла с путями при его отсутствии</a:t>
          </a:r>
        </a:p>
      </dgm:t>
    </dgm:pt>
    <dgm:pt modelId="{491A9922-349A-4532-9AE6-909D4E13B7C9}" type="parTrans" cxnId="{34A3E72F-EA11-41D3-9617-1F222902EA87}">
      <dgm:prSet/>
      <dgm:spPr/>
      <dgm:t>
        <a:bodyPr/>
        <a:lstStyle/>
        <a:p>
          <a:endParaRPr lang="ru-RU"/>
        </a:p>
      </dgm:t>
    </dgm:pt>
    <dgm:pt modelId="{A91DFE76-B2DC-40FA-8D1E-E60E317AF02C}" type="sibTrans" cxnId="{34A3E72F-EA11-41D3-9617-1F222902EA87}">
      <dgm:prSet/>
      <dgm:spPr/>
      <dgm:t>
        <a:bodyPr/>
        <a:lstStyle/>
        <a:p>
          <a:endParaRPr lang="ru-RU"/>
        </a:p>
      </dgm:t>
    </dgm:pt>
    <dgm:pt modelId="{7D740365-63CC-4830-BB28-B8F80F013A25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/>
            <a:t>Пользователь выбирает действие(да или нет)</a:t>
          </a:r>
        </a:p>
      </dgm:t>
    </dgm:pt>
    <dgm:pt modelId="{03BCF2E7-2FB6-4577-8841-0FDA1FDEEEBA}" type="sibTrans" cxnId="{EC88B187-6428-4736-833A-2C466CDEA044}">
      <dgm:prSet/>
      <dgm:spPr/>
      <dgm:t>
        <a:bodyPr/>
        <a:lstStyle/>
        <a:p>
          <a:endParaRPr lang="ru-RU"/>
        </a:p>
      </dgm:t>
    </dgm:pt>
    <dgm:pt modelId="{23BE1847-303D-4A86-A87F-26C30F481848}" type="parTrans" cxnId="{EC88B187-6428-4736-833A-2C466CDEA044}">
      <dgm:prSet/>
      <dgm:spPr/>
      <dgm:t>
        <a:bodyPr/>
        <a:lstStyle/>
        <a:p>
          <a:endParaRPr lang="ru-RU"/>
        </a:p>
      </dgm:t>
    </dgm:pt>
    <dgm:pt modelId="{4B86B42B-E6C8-43E5-BE9B-E6624353471B}">
      <dgm:prSet/>
      <dgm:spPr/>
      <dgm:t>
        <a:bodyPr/>
        <a:lstStyle/>
        <a:p>
          <a:r>
            <a:rPr lang="ru-RU" dirty="0"/>
            <a:t>3) Предлагает пользователю редактировать файл </a:t>
          </a:r>
          <a:r>
            <a:rPr lang="en-US" dirty="0" err="1"/>
            <a:t>presets.json</a:t>
          </a:r>
          <a:endParaRPr lang="ru-RU" dirty="0"/>
        </a:p>
      </dgm:t>
    </dgm:pt>
    <dgm:pt modelId="{4F773848-2038-4003-B6C2-49282F748623}" type="parTrans" cxnId="{23BCFB0B-4DA5-4DBD-9407-A1DF3E758CB5}">
      <dgm:prSet/>
      <dgm:spPr/>
      <dgm:t>
        <a:bodyPr/>
        <a:lstStyle/>
        <a:p>
          <a:endParaRPr lang="ru-RU"/>
        </a:p>
      </dgm:t>
    </dgm:pt>
    <dgm:pt modelId="{15752F09-A2F2-4B6D-98F8-569E3B119A3F}" type="sibTrans" cxnId="{23BCFB0B-4DA5-4DBD-9407-A1DF3E758CB5}">
      <dgm:prSet/>
      <dgm:spPr/>
      <dgm:t>
        <a:bodyPr/>
        <a:lstStyle/>
        <a:p>
          <a:endParaRPr lang="ru-RU"/>
        </a:p>
      </dgm:t>
    </dgm:pt>
    <dgm:pt modelId="{DD8C718B-B3A2-443A-9F4F-F863CD3DFCD4}">
      <dgm:prSet/>
      <dgm:spPr/>
      <dgm:t>
        <a:bodyPr/>
        <a:lstStyle/>
        <a:p>
          <a:r>
            <a:rPr lang="ru-RU" dirty="0"/>
            <a:t>В случае согласия открывается блокнот и пользователь редактирует</a:t>
          </a:r>
        </a:p>
      </dgm:t>
    </dgm:pt>
    <dgm:pt modelId="{30BA6448-5CA8-46B7-A56E-56450A7DA5B3}" type="parTrans" cxnId="{4EB26629-BA58-44B1-B6FC-401DA7A65029}">
      <dgm:prSet/>
      <dgm:spPr/>
      <dgm:t>
        <a:bodyPr/>
        <a:lstStyle/>
        <a:p>
          <a:endParaRPr lang="ru-RU"/>
        </a:p>
      </dgm:t>
    </dgm:pt>
    <dgm:pt modelId="{202F8052-957C-4783-98EB-06BB05E3A7B0}" type="sibTrans" cxnId="{4EB26629-BA58-44B1-B6FC-401DA7A65029}">
      <dgm:prSet/>
      <dgm:spPr/>
      <dgm:t>
        <a:bodyPr/>
        <a:lstStyle/>
        <a:p>
          <a:endParaRPr lang="ru-RU"/>
        </a:p>
      </dgm:t>
    </dgm:pt>
    <dgm:pt modelId="{8CD921DD-E57F-4C27-BF92-8477DD5DBC90}">
      <dgm:prSet/>
      <dgm:spPr/>
      <dgm:t>
        <a:bodyPr/>
        <a:lstStyle/>
        <a:p>
          <a:r>
            <a:rPr lang="ru-RU" dirty="0"/>
            <a:t>В случае отказа программа переходит на следующий этап</a:t>
          </a:r>
        </a:p>
      </dgm:t>
    </dgm:pt>
    <dgm:pt modelId="{F32F5A08-8937-4DEF-B4C4-198EAD119CC5}" type="parTrans" cxnId="{8EF178B0-B66D-4BED-B51A-2089AB63C5D2}">
      <dgm:prSet/>
      <dgm:spPr/>
      <dgm:t>
        <a:bodyPr/>
        <a:lstStyle/>
        <a:p>
          <a:endParaRPr lang="ru-RU"/>
        </a:p>
      </dgm:t>
    </dgm:pt>
    <dgm:pt modelId="{64EEA48F-3D82-4D76-8633-F1B16D4C6F2D}" type="sibTrans" cxnId="{8EF178B0-B66D-4BED-B51A-2089AB63C5D2}">
      <dgm:prSet/>
      <dgm:spPr/>
      <dgm:t>
        <a:bodyPr/>
        <a:lstStyle/>
        <a:p>
          <a:endParaRPr lang="ru-RU"/>
        </a:p>
      </dgm:t>
    </dgm:pt>
    <dgm:pt modelId="{572D1E66-50B0-4919-97C3-C06D1B73434D}">
      <dgm:prSet/>
      <dgm:spPr/>
      <dgm:t>
        <a:bodyPr/>
        <a:lstStyle/>
        <a:p>
          <a:r>
            <a:rPr lang="ru-RU" dirty="0"/>
            <a:t>Следующим этапом программа предлагает пользователю добавить свои пути перед очисткой</a:t>
          </a:r>
        </a:p>
      </dgm:t>
    </dgm:pt>
    <dgm:pt modelId="{5C404D47-B89F-4F7D-AA20-005679FB34FA}" type="parTrans" cxnId="{E5BD2DC7-DF7A-4C4C-AC86-834C3C6C318C}">
      <dgm:prSet/>
      <dgm:spPr/>
      <dgm:t>
        <a:bodyPr/>
        <a:lstStyle/>
        <a:p>
          <a:endParaRPr lang="ru-RU"/>
        </a:p>
      </dgm:t>
    </dgm:pt>
    <dgm:pt modelId="{08CDECFB-795B-465B-88FE-0CFC62B1FC67}" type="sibTrans" cxnId="{E5BD2DC7-DF7A-4C4C-AC86-834C3C6C318C}">
      <dgm:prSet/>
      <dgm:spPr/>
      <dgm:t>
        <a:bodyPr/>
        <a:lstStyle/>
        <a:p>
          <a:endParaRPr lang="ru-RU"/>
        </a:p>
      </dgm:t>
    </dgm:pt>
    <dgm:pt modelId="{756C8DD8-33FB-4F3D-97DB-C5D9F471D1A2}">
      <dgm:prSet/>
      <dgm:spPr/>
      <dgm:t>
        <a:bodyPr/>
        <a:lstStyle/>
        <a:p>
          <a:endParaRPr lang="ru-RU" dirty="0"/>
        </a:p>
      </dgm:t>
    </dgm:pt>
    <dgm:pt modelId="{BA26D239-4E5C-461B-AF27-7B8B9DDB51C0}" type="parTrans" cxnId="{EAF2F880-2570-4751-85AF-7B951C1DCC85}">
      <dgm:prSet/>
      <dgm:spPr/>
      <dgm:t>
        <a:bodyPr/>
        <a:lstStyle/>
        <a:p>
          <a:endParaRPr lang="ru-RU"/>
        </a:p>
      </dgm:t>
    </dgm:pt>
    <dgm:pt modelId="{D0C31464-670A-4B15-8E2A-3CC2196A487B}" type="sibTrans" cxnId="{EAF2F880-2570-4751-85AF-7B951C1DCC85}">
      <dgm:prSet/>
      <dgm:spPr/>
      <dgm:t>
        <a:bodyPr/>
        <a:lstStyle/>
        <a:p>
          <a:endParaRPr lang="ru-RU"/>
        </a:p>
      </dgm:t>
    </dgm:pt>
    <dgm:pt modelId="{4B7EC41F-F11C-49F0-8FCE-139DD17B1241}">
      <dgm:prSet/>
      <dgm:spPr/>
      <dgm:t>
        <a:bodyPr/>
        <a:lstStyle/>
        <a:p>
          <a:r>
            <a:rPr lang="ru-RU" dirty="0"/>
            <a:t>Программа выполняет очистку и выводит количество файлов которые успешно удалены и которые не удалось удалить</a:t>
          </a:r>
        </a:p>
      </dgm:t>
    </dgm:pt>
    <dgm:pt modelId="{03043779-07EB-40F4-B45B-FBB64536D96D}" type="parTrans" cxnId="{610A4384-EA8A-4A6B-95D1-DEE2A6F94CE3}">
      <dgm:prSet/>
      <dgm:spPr/>
      <dgm:t>
        <a:bodyPr/>
        <a:lstStyle/>
        <a:p>
          <a:endParaRPr lang="ru-RU"/>
        </a:p>
      </dgm:t>
    </dgm:pt>
    <dgm:pt modelId="{854EC4D8-565E-4382-9632-5C8CE2A4BBEE}" type="sibTrans" cxnId="{610A4384-EA8A-4A6B-95D1-DEE2A6F94CE3}">
      <dgm:prSet/>
      <dgm:spPr/>
      <dgm:t>
        <a:bodyPr/>
        <a:lstStyle/>
        <a:p>
          <a:endParaRPr lang="ru-RU"/>
        </a:p>
      </dgm:t>
    </dgm:pt>
    <dgm:pt modelId="{35A74761-B74C-4985-A481-E7C3949B5CE4}">
      <dgm:prSet phldrT="[Текст]"/>
      <dgm:spPr>
        <a:solidFill>
          <a:schemeClr val="bg1"/>
        </a:solidFill>
      </dgm:spPr>
      <dgm:t>
        <a:bodyPr/>
        <a:lstStyle/>
        <a:p>
          <a:r>
            <a:rPr lang="ru-RU" dirty="0"/>
            <a:t>Пользователь выбирает действие(да или нет)</a:t>
          </a:r>
        </a:p>
      </dgm:t>
    </dgm:pt>
    <dgm:pt modelId="{BC6C1A7F-7929-493C-962D-9C16FFE707A8}" type="parTrans" cxnId="{8FAE0171-35DF-47EE-9879-8B6FCBA849EE}">
      <dgm:prSet/>
      <dgm:spPr/>
      <dgm:t>
        <a:bodyPr/>
        <a:lstStyle/>
        <a:p>
          <a:endParaRPr lang="ru-RU"/>
        </a:p>
      </dgm:t>
    </dgm:pt>
    <dgm:pt modelId="{7038B9F1-19B5-4D88-8B98-DFD597F7BC90}" type="sibTrans" cxnId="{8FAE0171-35DF-47EE-9879-8B6FCBA849EE}">
      <dgm:prSet/>
      <dgm:spPr/>
      <dgm:t>
        <a:bodyPr/>
        <a:lstStyle/>
        <a:p>
          <a:endParaRPr lang="ru-RU"/>
        </a:p>
      </dgm:t>
    </dgm:pt>
    <dgm:pt modelId="{50A086F5-C18B-4D60-A458-B697AD32FF2D}">
      <dgm:prSet/>
      <dgm:spPr/>
      <dgm:t>
        <a:bodyPr/>
        <a:lstStyle/>
        <a:p>
          <a:r>
            <a:rPr lang="ru-RU" dirty="0"/>
            <a:t>В случае согласия пишет количество путей и сами пути</a:t>
          </a:r>
        </a:p>
      </dgm:t>
    </dgm:pt>
    <dgm:pt modelId="{D45D7D9A-3E4F-49AC-BFC0-0C31787A361D}" type="parTrans" cxnId="{FAE4BAE4-EC56-4356-9BB8-75E1E7E26B30}">
      <dgm:prSet/>
      <dgm:spPr/>
      <dgm:t>
        <a:bodyPr/>
        <a:lstStyle/>
        <a:p>
          <a:endParaRPr lang="ru-RU"/>
        </a:p>
      </dgm:t>
    </dgm:pt>
    <dgm:pt modelId="{86886A1E-5C28-4218-A659-7314D435EFE6}" type="sibTrans" cxnId="{FAE4BAE4-EC56-4356-9BB8-75E1E7E26B30}">
      <dgm:prSet/>
      <dgm:spPr/>
      <dgm:t>
        <a:bodyPr/>
        <a:lstStyle/>
        <a:p>
          <a:endParaRPr lang="ru-RU"/>
        </a:p>
      </dgm:t>
    </dgm:pt>
    <dgm:pt modelId="{AE58DBC7-196A-43A3-91AB-9B3C9FAFF99F}">
      <dgm:prSet/>
      <dgm:spPr/>
      <dgm:t>
        <a:bodyPr/>
        <a:lstStyle/>
        <a:p>
          <a:r>
            <a:rPr lang="ru-RU" dirty="0"/>
            <a:t>В случае отказа программа переходит на следующий этап</a:t>
          </a:r>
        </a:p>
      </dgm:t>
    </dgm:pt>
    <dgm:pt modelId="{683ECA34-D6F9-491D-B3A8-CC8DD8553EB0}" type="parTrans" cxnId="{FBDEE8FF-9D22-4C4B-9D25-BB4EE72116C8}">
      <dgm:prSet/>
      <dgm:spPr/>
      <dgm:t>
        <a:bodyPr/>
        <a:lstStyle/>
        <a:p>
          <a:endParaRPr lang="ru-RU"/>
        </a:p>
      </dgm:t>
    </dgm:pt>
    <dgm:pt modelId="{D9533DA8-B836-40D8-8EAF-439B7EC82629}" type="sibTrans" cxnId="{FBDEE8FF-9D22-4C4B-9D25-BB4EE72116C8}">
      <dgm:prSet/>
      <dgm:spPr/>
      <dgm:t>
        <a:bodyPr/>
        <a:lstStyle/>
        <a:p>
          <a:endParaRPr lang="ru-RU"/>
        </a:p>
      </dgm:t>
    </dgm:pt>
    <dgm:pt modelId="{87233B5E-97F6-44F7-B93D-A0DE43D92A03}">
      <dgm:prSet/>
      <dgm:spPr/>
      <dgm:t>
        <a:bodyPr/>
        <a:lstStyle/>
        <a:p>
          <a:endParaRPr lang="ru-RU" dirty="0"/>
        </a:p>
      </dgm:t>
    </dgm:pt>
    <dgm:pt modelId="{4BC19E11-83CD-42B9-9880-1FF3C65B4A72}" type="parTrans" cxnId="{1E59530A-981A-44B5-AD84-09B1442E7A88}">
      <dgm:prSet/>
      <dgm:spPr/>
      <dgm:t>
        <a:bodyPr/>
        <a:lstStyle/>
        <a:p>
          <a:endParaRPr lang="ru-RU"/>
        </a:p>
      </dgm:t>
    </dgm:pt>
    <dgm:pt modelId="{17E12969-DEE6-4F02-858D-AC4C15DFDE01}" type="sibTrans" cxnId="{1E59530A-981A-44B5-AD84-09B1442E7A88}">
      <dgm:prSet/>
      <dgm:spPr/>
      <dgm:t>
        <a:bodyPr/>
        <a:lstStyle/>
        <a:p>
          <a:endParaRPr lang="ru-RU"/>
        </a:p>
      </dgm:t>
    </dgm:pt>
    <dgm:pt modelId="{2BFF2002-8552-4DC4-9118-450A9A53C7CF}">
      <dgm:prSet/>
      <dgm:spPr/>
      <dgm:t>
        <a:bodyPr/>
        <a:lstStyle/>
        <a:p>
          <a:r>
            <a:rPr lang="ru-RU" dirty="0"/>
            <a:t>Следующим этапом программа сканирует пути и выводит вес всех категорий </a:t>
          </a:r>
        </a:p>
      </dgm:t>
    </dgm:pt>
    <dgm:pt modelId="{4EA91D6A-65DF-4355-94B8-7D993C74FC2F}" type="parTrans" cxnId="{4310DAAE-98EB-45DA-B56B-E5E188823F94}">
      <dgm:prSet/>
      <dgm:spPr/>
      <dgm:t>
        <a:bodyPr/>
        <a:lstStyle/>
        <a:p>
          <a:endParaRPr lang="ru-RU"/>
        </a:p>
      </dgm:t>
    </dgm:pt>
    <dgm:pt modelId="{EEF9D73E-1064-4E44-9F4A-77D409DBE17F}" type="sibTrans" cxnId="{4310DAAE-98EB-45DA-B56B-E5E188823F94}">
      <dgm:prSet/>
      <dgm:spPr/>
      <dgm:t>
        <a:bodyPr/>
        <a:lstStyle/>
        <a:p>
          <a:endParaRPr lang="ru-RU"/>
        </a:p>
      </dgm:t>
    </dgm:pt>
    <dgm:pt modelId="{F61060EC-1A61-4C3C-9478-C7778B543FF1}" type="pres">
      <dgm:prSet presAssocID="{0348DE64-9C24-4F7D-81DF-B10282BE2A4B}" presName="linear" presStyleCnt="0">
        <dgm:presLayoutVars>
          <dgm:dir/>
          <dgm:animLvl val="lvl"/>
          <dgm:resizeHandles val="exact"/>
        </dgm:presLayoutVars>
      </dgm:prSet>
      <dgm:spPr/>
    </dgm:pt>
    <dgm:pt modelId="{3CFE3EEC-2750-4F8A-8BB4-D4ACB8F9656D}" type="pres">
      <dgm:prSet presAssocID="{11B5A4AE-298A-4459-BFCD-DF91616A5443}" presName="parentLin" presStyleCnt="0"/>
      <dgm:spPr/>
    </dgm:pt>
    <dgm:pt modelId="{7F6F87A7-C654-426E-B8D3-11F913A0F9E3}" type="pres">
      <dgm:prSet presAssocID="{11B5A4AE-298A-4459-BFCD-DF91616A5443}" presName="parentLeftMargin" presStyleLbl="node1" presStyleIdx="0" presStyleCnt="4"/>
      <dgm:spPr/>
    </dgm:pt>
    <dgm:pt modelId="{2440B830-E78D-4B77-B08E-E9499B31DB49}" type="pres">
      <dgm:prSet presAssocID="{11B5A4AE-298A-4459-BFCD-DF91616A54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21FF4E-B8C8-4083-89D3-8BF648F93A96}" type="pres">
      <dgm:prSet presAssocID="{11B5A4AE-298A-4459-BFCD-DF91616A5443}" presName="negativeSpace" presStyleCnt="0"/>
      <dgm:spPr/>
    </dgm:pt>
    <dgm:pt modelId="{D12C3601-0EE5-425A-B653-6262FB393D60}" type="pres">
      <dgm:prSet presAssocID="{11B5A4AE-298A-4459-BFCD-DF91616A5443}" presName="childText" presStyleLbl="conFgAcc1" presStyleIdx="0" presStyleCnt="4">
        <dgm:presLayoutVars>
          <dgm:bulletEnabled val="1"/>
        </dgm:presLayoutVars>
      </dgm:prSet>
      <dgm:spPr/>
    </dgm:pt>
    <dgm:pt modelId="{D00D1E25-984F-40AB-A542-DF4D0D4F9D8B}" type="pres">
      <dgm:prSet presAssocID="{F1D78B5D-29D4-4358-993A-273A6FE2DE4B}" presName="spaceBetweenRectangles" presStyleCnt="0"/>
      <dgm:spPr/>
    </dgm:pt>
    <dgm:pt modelId="{7A54DDF0-E875-440D-B2B5-399DD6751A73}" type="pres">
      <dgm:prSet presAssocID="{7D740365-63CC-4830-BB28-B8F80F013A25}" presName="parentLin" presStyleCnt="0"/>
      <dgm:spPr/>
    </dgm:pt>
    <dgm:pt modelId="{80400001-FDE3-4BE0-8D38-AB45682EFAB5}" type="pres">
      <dgm:prSet presAssocID="{7D740365-63CC-4830-BB28-B8F80F013A25}" presName="parentLeftMargin" presStyleLbl="node1" presStyleIdx="0" presStyleCnt="4"/>
      <dgm:spPr/>
    </dgm:pt>
    <dgm:pt modelId="{6835C72C-8017-48D4-A0A6-11D245745613}" type="pres">
      <dgm:prSet presAssocID="{7D740365-63CC-4830-BB28-B8F80F013A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22C246-6832-4CCE-9E29-D68D4D0644A1}" type="pres">
      <dgm:prSet presAssocID="{7D740365-63CC-4830-BB28-B8F80F013A25}" presName="negativeSpace" presStyleCnt="0"/>
      <dgm:spPr/>
    </dgm:pt>
    <dgm:pt modelId="{B2D44BBC-CA80-448D-BB7F-F2B725BCD8A0}" type="pres">
      <dgm:prSet presAssocID="{7D740365-63CC-4830-BB28-B8F80F013A25}" presName="childText" presStyleLbl="conFgAcc1" presStyleIdx="1" presStyleCnt="4">
        <dgm:presLayoutVars>
          <dgm:bulletEnabled val="1"/>
        </dgm:presLayoutVars>
      </dgm:prSet>
      <dgm:spPr/>
    </dgm:pt>
    <dgm:pt modelId="{B0884EF9-F5FD-4550-BA5D-331989DF2E09}" type="pres">
      <dgm:prSet presAssocID="{03BCF2E7-2FB6-4577-8841-0FDA1FDEEEBA}" presName="spaceBetweenRectangles" presStyleCnt="0"/>
      <dgm:spPr/>
    </dgm:pt>
    <dgm:pt modelId="{46B3F4BF-3537-4CCD-8C19-F91FC9CA6644}" type="pres">
      <dgm:prSet presAssocID="{35A74761-B74C-4985-A481-E7C3949B5CE4}" presName="parentLin" presStyleCnt="0"/>
      <dgm:spPr/>
    </dgm:pt>
    <dgm:pt modelId="{1C4DBF52-F008-48ED-87A9-A27047A409F4}" type="pres">
      <dgm:prSet presAssocID="{35A74761-B74C-4985-A481-E7C3949B5CE4}" presName="parentLeftMargin" presStyleLbl="node1" presStyleIdx="1" presStyleCnt="4"/>
      <dgm:spPr/>
    </dgm:pt>
    <dgm:pt modelId="{1A42FD45-C334-4AB5-BA3C-6DAB7A795BCD}" type="pres">
      <dgm:prSet presAssocID="{35A74761-B74C-4985-A481-E7C3949B5C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FE1459-C790-4155-92D3-15DE31DE8287}" type="pres">
      <dgm:prSet presAssocID="{35A74761-B74C-4985-A481-E7C3949B5CE4}" presName="negativeSpace" presStyleCnt="0"/>
      <dgm:spPr/>
    </dgm:pt>
    <dgm:pt modelId="{DA09B491-D956-44A3-B435-1A64693CCF04}" type="pres">
      <dgm:prSet presAssocID="{35A74761-B74C-4985-A481-E7C3949B5CE4}" presName="childText" presStyleLbl="conFgAcc1" presStyleIdx="2" presStyleCnt="4">
        <dgm:presLayoutVars>
          <dgm:bulletEnabled val="1"/>
        </dgm:presLayoutVars>
      </dgm:prSet>
      <dgm:spPr/>
    </dgm:pt>
    <dgm:pt modelId="{2D1C0587-B648-4B19-B1B4-EF4BA2B2E486}" type="pres">
      <dgm:prSet presAssocID="{7038B9F1-19B5-4D88-8B98-DFD597F7BC90}" presName="spaceBetweenRectangles" presStyleCnt="0"/>
      <dgm:spPr/>
    </dgm:pt>
    <dgm:pt modelId="{F001D270-1288-413C-850A-E5D5F18EF56D}" type="pres">
      <dgm:prSet presAssocID="{D10E293F-5801-4917-B0AE-38CF81D24B70}" presName="parentLin" presStyleCnt="0"/>
      <dgm:spPr/>
    </dgm:pt>
    <dgm:pt modelId="{BF9D247B-D77F-4EDB-9E1F-B21DD3398356}" type="pres">
      <dgm:prSet presAssocID="{D10E293F-5801-4917-B0AE-38CF81D24B70}" presName="parentLeftMargin" presStyleLbl="node1" presStyleIdx="2" presStyleCnt="4"/>
      <dgm:spPr/>
    </dgm:pt>
    <dgm:pt modelId="{80ECA8BA-076C-4519-BFD1-138799543855}" type="pres">
      <dgm:prSet presAssocID="{D10E293F-5801-4917-B0AE-38CF81D24B7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29A3FCA-4B0B-478A-A09C-A0E435407BD0}" type="pres">
      <dgm:prSet presAssocID="{D10E293F-5801-4917-B0AE-38CF81D24B70}" presName="negativeSpace" presStyleCnt="0"/>
      <dgm:spPr/>
    </dgm:pt>
    <dgm:pt modelId="{BBD861FD-57ED-427B-AC1F-0894733B2710}" type="pres">
      <dgm:prSet presAssocID="{D10E293F-5801-4917-B0AE-38CF81D24B7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4038201-198A-483E-943E-9E2195038AB3}" srcId="{11B5A4AE-298A-4459-BFCD-DF91616A5443}" destId="{11D0ABA1-CE98-41E5-B7C3-A434C74B3C2F}" srcOrd="0" destOrd="0" parTransId="{404F7749-FEB9-41DF-8F6A-FC4F4211AB2E}" sibTransId="{28CAF296-1B7E-4AC9-AEE9-7FF4E06BFA51}"/>
    <dgm:cxn modelId="{74E01703-9207-4E96-BAAE-052F4CCBDA69}" type="presOf" srcId="{756C8DD8-33FB-4F3D-97DB-C5D9F471D1A2}" destId="{B2D44BBC-CA80-448D-BB7F-F2B725BCD8A0}" srcOrd="0" destOrd="2" presId="urn:microsoft.com/office/officeart/2005/8/layout/list1"/>
    <dgm:cxn modelId="{A00E5804-3D94-4064-8DD4-50FDD300340B}" type="presOf" srcId="{D10E293F-5801-4917-B0AE-38CF81D24B70}" destId="{80ECA8BA-076C-4519-BFD1-138799543855}" srcOrd="1" destOrd="0" presId="urn:microsoft.com/office/officeart/2005/8/layout/list1"/>
    <dgm:cxn modelId="{FC4B7F05-AFA2-4DDA-B1C0-A66ED046C1A2}" type="presOf" srcId="{11D0ABA1-CE98-41E5-B7C3-A434C74B3C2F}" destId="{D12C3601-0EE5-425A-B653-6262FB393D60}" srcOrd="0" destOrd="0" presId="urn:microsoft.com/office/officeart/2005/8/layout/list1"/>
    <dgm:cxn modelId="{1E59530A-981A-44B5-AD84-09B1442E7A88}" srcId="{35A74761-B74C-4985-A481-E7C3949B5CE4}" destId="{87233B5E-97F6-44F7-B93D-A0DE43D92A03}" srcOrd="2" destOrd="0" parTransId="{4BC19E11-83CD-42B9-9880-1FF3C65B4A72}" sibTransId="{17E12969-DEE6-4F02-858D-AC4C15DFDE01}"/>
    <dgm:cxn modelId="{23BCFB0B-4DA5-4DBD-9407-A1DF3E758CB5}" srcId="{11B5A4AE-298A-4459-BFCD-DF91616A5443}" destId="{4B86B42B-E6C8-43E5-BE9B-E6624353471B}" srcOrd="3" destOrd="0" parTransId="{4F773848-2038-4003-B6C2-49282F748623}" sibTransId="{15752F09-A2F2-4B6D-98F8-569E3B119A3F}"/>
    <dgm:cxn modelId="{3CAFA50C-A439-4E11-A4F1-A0F04F4B91DA}" type="presOf" srcId="{8CD921DD-E57F-4C27-BF92-8477DD5DBC90}" destId="{B2D44BBC-CA80-448D-BB7F-F2B725BCD8A0}" srcOrd="0" destOrd="1" presId="urn:microsoft.com/office/officeart/2005/8/layout/list1"/>
    <dgm:cxn modelId="{DCBABC0D-2FCB-4A72-A8C2-D59B94C7E93C}" type="presOf" srcId="{87233B5E-97F6-44F7-B93D-A0DE43D92A03}" destId="{DA09B491-D956-44A3-B435-1A64693CCF04}" srcOrd="0" destOrd="2" presId="urn:microsoft.com/office/officeart/2005/8/layout/list1"/>
    <dgm:cxn modelId="{44C76E23-1D24-47A5-8EA0-852ABEC4643C}" type="presOf" srcId="{50A086F5-C18B-4D60-A458-B697AD32FF2D}" destId="{DA09B491-D956-44A3-B435-1A64693CCF04}" srcOrd="0" destOrd="0" presId="urn:microsoft.com/office/officeart/2005/8/layout/list1"/>
    <dgm:cxn modelId="{4EB26629-BA58-44B1-B6FC-401DA7A65029}" srcId="{7D740365-63CC-4830-BB28-B8F80F013A25}" destId="{DD8C718B-B3A2-443A-9F4F-F863CD3DFCD4}" srcOrd="0" destOrd="0" parTransId="{30BA6448-5CA8-46B7-A56E-56450A7DA5B3}" sibTransId="{202F8052-957C-4783-98EB-06BB05E3A7B0}"/>
    <dgm:cxn modelId="{412D5629-F5D9-4F09-AC42-865E230E1548}" type="presOf" srcId="{7D740365-63CC-4830-BB28-B8F80F013A25}" destId="{80400001-FDE3-4BE0-8D38-AB45682EFAB5}" srcOrd="0" destOrd="0" presId="urn:microsoft.com/office/officeart/2005/8/layout/list1"/>
    <dgm:cxn modelId="{34A3E72F-EA11-41D3-9617-1F222902EA87}" srcId="{11B5A4AE-298A-4459-BFCD-DF91616A5443}" destId="{4AC03482-DBC6-42D8-BB39-54519C69A281}" srcOrd="2" destOrd="0" parTransId="{491A9922-349A-4532-9AE6-909D4E13B7C9}" sibTransId="{A91DFE76-B2DC-40FA-8D1E-E60E317AF02C}"/>
    <dgm:cxn modelId="{C7782334-302C-4676-A644-C01765C6FD9D}" type="presOf" srcId="{4B7EC41F-F11C-49F0-8FCE-139DD17B1241}" destId="{BBD861FD-57ED-427B-AC1F-0894733B2710}" srcOrd="0" destOrd="0" presId="urn:microsoft.com/office/officeart/2005/8/layout/list1"/>
    <dgm:cxn modelId="{3DB96B41-FED6-4F04-9569-40433725605F}" type="presOf" srcId="{11B5A4AE-298A-4459-BFCD-DF91616A5443}" destId="{7F6F87A7-C654-426E-B8D3-11F913A0F9E3}" srcOrd="0" destOrd="0" presId="urn:microsoft.com/office/officeart/2005/8/layout/list1"/>
    <dgm:cxn modelId="{339F7367-51B6-4F73-8426-43EE1CBFAEBD}" type="presOf" srcId="{2BFF2002-8552-4DC4-9118-450A9A53C7CF}" destId="{DA09B491-D956-44A3-B435-1A64693CCF04}" srcOrd="0" destOrd="3" presId="urn:microsoft.com/office/officeart/2005/8/layout/list1"/>
    <dgm:cxn modelId="{F336644F-7415-472E-9753-12E73974CFE4}" type="presOf" srcId="{11B5A4AE-298A-4459-BFCD-DF91616A5443}" destId="{2440B830-E78D-4B77-B08E-E9499B31DB49}" srcOrd="1" destOrd="0" presId="urn:microsoft.com/office/officeart/2005/8/layout/list1"/>
    <dgm:cxn modelId="{8A6E2550-6B1F-4CFE-8F7C-1CEDE0575D3D}" type="presOf" srcId="{572D1E66-50B0-4919-97C3-C06D1B73434D}" destId="{B2D44BBC-CA80-448D-BB7F-F2B725BCD8A0}" srcOrd="0" destOrd="3" presId="urn:microsoft.com/office/officeart/2005/8/layout/list1"/>
    <dgm:cxn modelId="{8FAE0171-35DF-47EE-9879-8B6FCBA849EE}" srcId="{0348DE64-9C24-4F7D-81DF-B10282BE2A4B}" destId="{35A74761-B74C-4985-A481-E7C3949B5CE4}" srcOrd="2" destOrd="0" parTransId="{BC6C1A7F-7929-493C-962D-9C16FFE707A8}" sibTransId="{7038B9F1-19B5-4D88-8B98-DFD597F7BC90}"/>
    <dgm:cxn modelId="{8F3C1D73-C1C2-4155-BDEA-09FDFF54F077}" srcId="{11B5A4AE-298A-4459-BFCD-DF91616A5443}" destId="{66E5277D-C406-49DB-BC1B-5B8AD59612E8}" srcOrd="1" destOrd="0" parTransId="{AF26C747-8A27-40EB-8AAB-663791D47430}" sibTransId="{9E35B65E-080D-485F-A19F-FDFA266CF70C}"/>
    <dgm:cxn modelId="{3034FF5A-9B83-4BF6-8BBC-67BC870CEC1C}" type="presOf" srcId="{D10E293F-5801-4917-B0AE-38CF81D24B70}" destId="{BF9D247B-D77F-4EDB-9E1F-B21DD3398356}" srcOrd="0" destOrd="0" presId="urn:microsoft.com/office/officeart/2005/8/layout/list1"/>
    <dgm:cxn modelId="{EAF2F880-2570-4751-85AF-7B951C1DCC85}" srcId="{7D740365-63CC-4830-BB28-B8F80F013A25}" destId="{756C8DD8-33FB-4F3D-97DB-C5D9F471D1A2}" srcOrd="2" destOrd="0" parTransId="{BA26D239-4E5C-461B-AF27-7B8B9DDB51C0}" sibTransId="{D0C31464-670A-4B15-8E2A-3CC2196A487B}"/>
    <dgm:cxn modelId="{610A4384-EA8A-4A6B-95D1-DEE2A6F94CE3}" srcId="{D10E293F-5801-4917-B0AE-38CF81D24B70}" destId="{4B7EC41F-F11C-49F0-8FCE-139DD17B1241}" srcOrd="0" destOrd="0" parTransId="{03043779-07EB-40F4-B45B-FBB64536D96D}" sibTransId="{854EC4D8-565E-4382-9632-5C8CE2A4BBEE}"/>
    <dgm:cxn modelId="{EC88B187-6428-4736-833A-2C466CDEA044}" srcId="{0348DE64-9C24-4F7D-81DF-B10282BE2A4B}" destId="{7D740365-63CC-4830-BB28-B8F80F013A25}" srcOrd="1" destOrd="0" parTransId="{23BE1847-303D-4A86-A87F-26C30F481848}" sibTransId="{03BCF2E7-2FB6-4577-8841-0FDA1FDEEEBA}"/>
    <dgm:cxn modelId="{E5829E8B-6720-43D9-9434-AAC3EC3A6D00}" srcId="{0348DE64-9C24-4F7D-81DF-B10282BE2A4B}" destId="{D10E293F-5801-4917-B0AE-38CF81D24B70}" srcOrd="3" destOrd="0" parTransId="{B5DCFF2F-D58A-44C3-A5BA-4AE66D626C5E}" sibTransId="{9A181039-2ED7-44BB-A70E-041215DD7D18}"/>
    <dgm:cxn modelId="{1D018D8D-25AD-420E-BB2B-6BF46710D5C0}" type="presOf" srcId="{4AC03482-DBC6-42D8-BB39-54519C69A281}" destId="{D12C3601-0EE5-425A-B653-6262FB393D60}" srcOrd="0" destOrd="2" presId="urn:microsoft.com/office/officeart/2005/8/layout/list1"/>
    <dgm:cxn modelId="{565D1595-D76A-4AEF-A657-21446A430253}" type="presOf" srcId="{AE58DBC7-196A-43A3-91AB-9B3C9FAFF99F}" destId="{DA09B491-D956-44A3-B435-1A64693CCF04}" srcOrd="0" destOrd="1" presId="urn:microsoft.com/office/officeart/2005/8/layout/list1"/>
    <dgm:cxn modelId="{5C42B8A2-4E91-4E33-8EEF-4A794D34B2AC}" type="presOf" srcId="{35A74761-B74C-4985-A481-E7C3949B5CE4}" destId="{1C4DBF52-F008-48ED-87A9-A27047A409F4}" srcOrd="0" destOrd="0" presId="urn:microsoft.com/office/officeart/2005/8/layout/list1"/>
    <dgm:cxn modelId="{747B7BA6-6BF6-4B02-8E1C-5989BB7129CC}" type="presOf" srcId="{66E5277D-C406-49DB-BC1B-5B8AD59612E8}" destId="{D12C3601-0EE5-425A-B653-6262FB393D60}" srcOrd="0" destOrd="1" presId="urn:microsoft.com/office/officeart/2005/8/layout/list1"/>
    <dgm:cxn modelId="{4310DAAE-98EB-45DA-B56B-E5E188823F94}" srcId="{35A74761-B74C-4985-A481-E7C3949B5CE4}" destId="{2BFF2002-8552-4DC4-9118-450A9A53C7CF}" srcOrd="3" destOrd="0" parTransId="{4EA91D6A-65DF-4355-94B8-7D993C74FC2F}" sibTransId="{EEF9D73E-1064-4E44-9F4A-77D409DBE17F}"/>
    <dgm:cxn modelId="{8EF178B0-B66D-4BED-B51A-2089AB63C5D2}" srcId="{7D740365-63CC-4830-BB28-B8F80F013A25}" destId="{8CD921DD-E57F-4C27-BF92-8477DD5DBC90}" srcOrd="1" destOrd="0" parTransId="{F32F5A08-8937-4DEF-B4C4-198EAD119CC5}" sibTransId="{64EEA48F-3D82-4D76-8633-F1B16D4C6F2D}"/>
    <dgm:cxn modelId="{E5BD2DC7-DF7A-4C4C-AC86-834C3C6C318C}" srcId="{7D740365-63CC-4830-BB28-B8F80F013A25}" destId="{572D1E66-50B0-4919-97C3-C06D1B73434D}" srcOrd="3" destOrd="0" parTransId="{5C404D47-B89F-4F7D-AA20-005679FB34FA}" sibTransId="{08CDECFB-795B-465B-88FE-0CFC62B1FC67}"/>
    <dgm:cxn modelId="{4F8DAECB-57C6-4141-B5B9-ECAD716F84C6}" type="presOf" srcId="{DD8C718B-B3A2-443A-9F4F-F863CD3DFCD4}" destId="{B2D44BBC-CA80-448D-BB7F-F2B725BCD8A0}" srcOrd="0" destOrd="0" presId="urn:microsoft.com/office/officeart/2005/8/layout/list1"/>
    <dgm:cxn modelId="{E6499ED7-23EC-4E48-A834-759403A529F2}" type="presOf" srcId="{35A74761-B74C-4985-A481-E7C3949B5CE4}" destId="{1A42FD45-C334-4AB5-BA3C-6DAB7A795BCD}" srcOrd="1" destOrd="0" presId="urn:microsoft.com/office/officeart/2005/8/layout/list1"/>
    <dgm:cxn modelId="{D084EDDB-CABA-4281-9F96-C32E93B25508}" srcId="{0348DE64-9C24-4F7D-81DF-B10282BE2A4B}" destId="{11B5A4AE-298A-4459-BFCD-DF91616A5443}" srcOrd="0" destOrd="0" parTransId="{731B6C92-3012-4B76-B0AF-EE0A467C3056}" sibTransId="{F1D78B5D-29D4-4358-993A-273A6FE2DE4B}"/>
    <dgm:cxn modelId="{AE751FDD-E3D5-46F7-9E7B-75AC4E66D6DE}" type="presOf" srcId="{0348DE64-9C24-4F7D-81DF-B10282BE2A4B}" destId="{F61060EC-1A61-4C3C-9478-C7778B543FF1}" srcOrd="0" destOrd="0" presId="urn:microsoft.com/office/officeart/2005/8/layout/list1"/>
    <dgm:cxn modelId="{FAE4BAE4-EC56-4356-9BB8-75E1E7E26B30}" srcId="{35A74761-B74C-4985-A481-E7C3949B5CE4}" destId="{50A086F5-C18B-4D60-A458-B697AD32FF2D}" srcOrd="0" destOrd="0" parTransId="{D45D7D9A-3E4F-49AC-BFC0-0C31787A361D}" sibTransId="{86886A1E-5C28-4218-A659-7314D435EFE6}"/>
    <dgm:cxn modelId="{685556E8-B9D1-4CB7-8518-95FF1BBE8589}" type="presOf" srcId="{7D740365-63CC-4830-BB28-B8F80F013A25}" destId="{6835C72C-8017-48D4-A0A6-11D245745613}" srcOrd="1" destOrd="0" presId="urn:microsoft.com/office/officeart/2005/8/layout/list1"/>
    <dgm:cxn modelId="{00E053E9-7038-4A80-9B91-90DD35A62413}" type="presOf" srcId="{4B86B42B-E6C8-43E5-BE9B-E6624353471B}" destId="{D12C3601-0EE5-425A-B653-6262FB393D60}" srcOrd="0" destOrd="3" presId="urn:microsoft.com/office/officeart/2005/8/layout/list1"/>
    <dgm:cxn modelId="{FBDEE8FF-9D22-4C4B-9D25-BB4EE72116C8}" srcId="{35A74761-B74C-4985-A481-E7C3949B5CE4}" destId="{AE58DBC7-196A-43A3-91AB-9B3C9FAFF99F}" srcOrd="1" destOrd="0" parTransId="{683ECA34-D6F9-491D-B3A8-CC8DD8553EB0}" sibTransId="{D9533DA8-B836-40D8-8EAF-439B7EC82629}"/>
    <dgm:cxn modelId="{7DA05613-5986-4411-8AE1-58829583427E}" type="presParOf" srcId="{F61060EC-1A61-4C3C-9478-C7778B543FF1}" destId="{3CFE3EEC-2750-4F8A-8BB4-D4ACB8F9656D}" srcOrd="0" destOrd="0" presId="urn:microsoft.com/office/officeart/2005/8/layout/list1"/>
    <dgm:cxn modelId="{818A778F-645F-46F8-B517-0511C0BAD589}" type="presParOf" srcId="{3CFE3EEC-2750-4F8A-8BB4-D4ACB8F9656D}" destId="{7F6F87A7-C654-426E-B8D3-11F913A0F9E3}" srcOrd="0" destOrd="0" presId="urn:microsoft.com/office/officeart/2005/8/layout/list1"/>
    <dgm:cxn modelId="{1F8B9909-604D-4134-8B03-960D87FE0BEC}" type="presParOf" srcId="{3CFE3EEC-2750-4F8A-8BB4-D4ACB8F9656D}" destId="{2440B830-E78D-4B77-B08E-E9499B31DB49}" srcOrd="1" destOrd="0" presId="urn:microsoft.com/office/officeart/2005/8/layout/list1"/>
    <dgm:cxn modelId="{B3F5C23D-E9C7-438F-A508-E5FA97F85556}" type="presParOf" srcId="{F61060EC-1A61-4C3C-9478-C7778B543FF1}" destId="{DE21FF4E-B8C8-4083-89D3-8BF648F93A96}" srcOrd="1" destOrd="0" presId="urn:microsoft.com/office/officeart/2005/8/layout/list1"/>
    <dgm:cxn modelId="{95535D0A-AA7B-4496-9C67-7E51110FB3C8}" type="presParOf" srcId="{F61060EC-1A61-4C3C-9478-C7778B543FF1}" destId="{D12C3601-0EE5-425A-B653-6262FB393D60}" srcOrd="2" destOrd="0" presId="urn:microsoft.com/office/officeart/2005/8/layout/list1"/>
    <dgm:cxn modelId="{17941CB8-292E-4446-98C5-48800221B48C}" type="presParOf" srcId="{F61060EC-1A61-4C3C-9478-C7778B543FF1}" destId="{D00D1E25-984F-40AB-A542-DF4D0D4F9D8B}" srcOrd="3" destOrd="0" presId="urn:microsoft.com/office/officeart/2005/8/layout/list1"/>
    <dgm:cxn modelId="{2005A12D-34B3-4683-821F-E1E8485A9617}" type="presParOf" srcId="{F61060EC-1A61-4C3C-9478-C7778B543FF1}" destId="{7A54DDF0-E875-440D-B2B5-399DD6751A73}" srcOrd="4" destOrd="0" presId="urn:microsoft.com/office/officeart/2005/8/layout/list1"/>
    <dgm:cxn modelId="{0B0DA148-2F28-474F-BADC-D16BE1147DE2}" type="presParOf" srcId="{7A54DDF0-E875-440D-B2B5-399DD6751A73}" destId="{80400001-FDE3-4BE0-8D38-AB45682EFAB5}" srcOrd="0" destOrd="0" presId="urn:microsoft.com/office/officeart/2005/8/layout/list1"/>
    <dgm:cxn modelId="{04A7C1BE-BF72-4E31-BC37-BF4125376CFB}" type="presParOf" srcId="{7A54DDF0-E875-440D-B2B5-399DD6751A73}" destId="{6835C72C-8017-48D4-A0A6-11D245745613}" srcOrd="1" destOrd="0" presId="urn:microsoft.com/office/officeart/2005/8/layout/list1"/>
    <dgm:cxn modelId="{3D9EC577-A839-418D-9183-6A33AE629017}" type="presParOf" srcId="{F61060EC-1A61-4C3C-9478-C7778B543FF1}" destId="{9B22C246-6832-4CCE-9E29-D68D4D0644A1}" srcOrd="5" destOrd="0" presId="urn:microsoft.com/office/officeart/2005/8/layout/list1"/>
    <dgm:cxn modelId="{0005A39F-0359-444D-B81F-B5371AF920D3}" type="presParOf" srcId="{F61060EC-1A61-4C3C-9478-C7778B543FF1}" destId="{B2D44BBC-CA80-448D-BB7F-F2B725BCD8A0}" srcOrd="6" destOrd="0" presId="urn:microsoft.com/office/officeart/2005/8/layout/list1"/>
    <dgm:cxn modelId="{7CB979C5-8F6A-4EA0-8508-045230F36FA6}" type="presParOf" srcId="{F61060EC-1A61-4C3C-9478-C7778B543FF1}" destId="{B0884EF9-F5FD-4550-BA5D-331989DF2E09}" srcOrd="7" destOrd="0" presId="urn:microsoft.com/office/officeart/2005/8/layout/list1"/>
    <dgm:cxn modelId="{4D791372-A0A2-46AF-A9A4-027390376A3E}" type="presParOf" srcId="{F61060EC-1A61-4C3C-9478-C7778B543FF1}" destId="{46B3F4BF-3537-4CCD-8C19-F91FC9CA6644}" srcOrd="8" destOrd="0" presId="urn:microsoft.com/office/officeart/2005/8/layout/list1"/>
    <dgm:cxn modelId="{72642F81-DF91-48D1-A418-C0CEA5C9D706}" type="presParOf" srcId="{46B3F4BF-3537-4CCD-8C19-F91FC9CA6644}" destId="{1C4DBF52-F008-48ED-87A9-A27047A409F4}" srcOrd="0" destOrd="0" presId="urn:microsoft.com/office/officeart/2005/8/layout/list1"/>
    <dgm:cxn modelId="{E8FBD37B-6776-4E02-96C4-7ECD3337021A}" type="presParOf" srcId="{46B3F4BF-3537-4CCD-8C19-F91FC9CA6644}" destId="{1A42FD45-C334-4AB5-BA3C-6DAB7A795BCD}" srcOrd="1" destOrd="0" presId="urn:microsoft.com/office/officeart/2005/8/layout/list1"/>
    <dgm:cxn modelId="{547BAF6B-3051-45B0-B45C-3F92C85E9D12}" type="presParOf" srcId="{F61060EC-1A61-4C3C-9478-C7778B543FF1}" destId="{28FE1459-C790-4155-92D3-15DE31DE8287}" srcOrd="9" destOrd="0" presId="urn:microsoft.com/office/officeart/2005/8/layout/list1"/>
    <dgm:cxn modelId="{02213C50-0C8A-4741-8C9F-78A0984BC102}" type="presParOf" srcId="{F61060EC-1A61-4C3C-9478-C7778B543FF1}" destId="{DA09B491-D956-44A3-B435-1A64693CCF04}" srcOrd="10" destOrd="0" presId="urn:microsoft.com/office/officeart/2005/8/layout/list1"/>
    <dgm:cxn modelId="{F993F24A-DFB9-4526-81D0-3FD5BBB020D7}" type="presParOf" srcId="{F61060EC-1A61-4C3C-9478-C7778B543FF1}" destId="{2D1C0587-B648-4B19-B1B4-EF4BA2B2E486}" srcOrd="11" destOrd="0" presId="urn:microsoft.com/office/officeart/2005/8/layout/list1"/>
    <dgm:cxn modelId="{82429647-7575-4C5E-ABF0-7B1D0AB96C34}" type="presParOf" srcId="{F61060EC-1A61-4C3C-9478-C7778B543FF1}" destId="{F001D270-1288-413C-850A-E5D5F18EF56D}" srcOrd="12" destOrd="0" presId="urn:microsoft.com/office/officeart/2005/8/layout/list1"/>
    <dgm:cxn modelId="{AB9F5491-C6B4-4F1B-914E-46237C5A17A8}" type="presParOf" srcId="{F001D270-1288-413C-850A-E5D5F18EF56D}" destId="{BF9D247B-D77F-4EDB-9E1F-B21DD3398356}" srcOrd="0" destOrd="0" presId="urn:microsoft.com/office/officeart/2005/8/layout/list1"/>
    <dgm:cxn modelId="{2BCD15AB-1B72-4CB1-97D2-881DE404066B}" type="presParOf" srcId="{F001D270-1288-413C-850A-E5D5F18EF56D}" destId="{80ECA8BA-076C-4519-BFD1-138799543855}" srcOrd="1" destOrd="0" presId="urn:microsoft.com/office/officeart/2005/8/layout/list1"/>
    <dgm:cxn modelId="{5167D175-2EB4-485B-8D72-9EBACAB55801}" type="presParOf" srcId="{F61060EC-1A61-4C3C-9478-C7778B543FF1}" destId="{E29A3FCA-4B0B-478A-A09C-A0E435407BD0}" srcOrd="13" destOrd="0" presId="urn:microsoft.com/office/officeart/2005/8/layout/list1"/>
    <dgm:cxn modelId="{F4CDC488-796D-47F3-B59E-EA438FA66495}" type="presParOf" srcId="{F61060EC-1A61-4C3C-9478-C7778B543FF1}" destId="{BBD861FD-57ED-427B-AC1F-0894733B2710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8BE96-C14A-4966-AAB9-68888BA5E38D}">
      <dsp:nvSpPr>
        <dsp:cNvPr id="0" name=""/>
        <dsp:cNvSpPr/>
      </dsp:nvSpPr>
      <dsp:spPr>
        <a:xfrm>
          <a:off x="0" y="3419096"/>
          <a:ext cx="8128000" cy="748014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n>
                <a:noFill/>
              </a:ln>
              <a:solidFill>
                <a:schemeClr val="tx1"/>
              </a:solidFill>
            </a:rPr>
            <a:t>CI / CD</a:t>
          </a:r>
          <a:r>
            <a:rPr lang="ru-RU" sz="1400" kern="1200" dirty="0">
              <a:ln>
                <a:noFill/>
              </a:ln>
              <a:solidFill>
                <a:schemeClr val="tx1"/>
              </a:solidFill>
            </a:rPr>
            <a:t> инструмент</a:t>
          </a:r>
        </a:p>
      </dsp:txBody>
      <dsp:txXfrm>
        <a:off x="0" y="3419096"/>
        <a:ext cx="8128000" cy="403927"/>
      </dsp:txXfrm>
    </dsp:sp>
    <dsp:sp modelId="{F3C0E9CA-C74C-420F-B437-F6E45EDCCC42}">
      <dsp:nvSpPr>
        <dsp:cNvPr id="0" name=""/>
        <dsp:cNvSpPr/>
      </dsp:nvSpPr>
      <dsp:spPr>
        <a:xfrm>
          <a:off x="0" y="3808063"/>
          <a:ext cx="8128000" cy="344086"/>
        </a:xfrm>
        <a:prstGeom prst="rect">
          <a:avLst/>
        </a:prstGeom>
        <a:solidFill>
          <a:schemeClr val="bg1">
            <a:lumMod val="85000"/>
            <a:lumOff val="1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n>
                <a:noFill/>
              </a:ln>
              <a:solidFill>
                <a:schemeClr val="tx1"/>
              </a:solidFill>
            </a:rPr>
            <a:t>GitHub workflow</a:t>
          </a:r>
          <a:endParaRPr lang="ru-RU" sz="2000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0" y="3808063"/>
        <a:ext cx="8128000" cy="344086"/>
      </dsp:txXfrm>
    </dsp:sp>
    <dsp:sp modelId="{ACE2917B-0319-48A7-B5C2-2789717526C3}">
      <dsp:nvSpPr>
        <dsp:cNvPr id="0" name=""/>
        <dsp:cNvSpPr/>
      </dsp:nvSpPr>
      <dsp:spPr>
        <a:xfrm rot="10800000">
          <a:off x="0" y="2279869"/>
          <a:ext cx="8128000" cy="1150446"/>
        </a:xfrm>
        <a:prstGeom prst="upArrowCallou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n>
                <a:noFill/>
              </a:ln>
              <a:solidFill>
                <a:schemeClr val="tx1"/>
              </a:solidFill>
            </a:rPr>
            <a:t>Хранение кода (репозиторий)</a:t>
          </a:r>
        </a:p>
      </dsp:txBody>
      <dsp:txXfrm rot="-10800000">
        <a:off x="0" y="2279869"/>
        <a:ext cx="8128000" cy="403806"/>
      </dsp:txXfrm>
    </dsp:sp>
    <dsp:sp modelId="{14DCEED1-2FE6-47C8-B7B1-B340A1A706BC}">
      <dsp:nvSpPr>
        <dsp:cNvPr id="0" name=""/>
        <dsp:cNvSpPr/>
      </dsp:nvSpPr>
      <dsp:spPr>
        <a:xfrm>
          <a:off x="0" y="2683676"/>
          <a:ext cx="8128000" cy="343983"/>
        </a:xfrm>
        <a:prstGeom prst="rect">
          <a:avLst/>
        </a:prstGeom>
        <a:solidFill>
          <a:schemeClr val="bg1">
            <a:lumMod val="85000"/>
            <a:lumOff val="1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n>
                <a:noFill/>
              </a:ln>
              <a:solidFill>
                <a:schemeClr val="tx1"/>
              </a:solidFill>
            </a:rPr>
            <a:t>Github</a:t>
          </a:r>
          <a:endParaRPr lang="ru-RU" sz="2000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0" y="2683676"/>
        <a:ext cx="8128000" cy="343983"/>
      </dsp:txXfrm>
    </dsp:sp>
    <dsp:sp modelId="{C256CC88-421E-4EAA-A890-C7B4FB6C233E}">
      <dsp:nvSpPr>
        <dsp:cNvPr id="0" name=""/>
        <dsp:cNvSpPr/>
      </dsp:nvSpPr>
      <dsp:spPr>
        <a:xfrm rot="10800000">
          <a:off x="0" y="1140643"/>
          <a:ext cx="8128000" cy="1150446"/>
        </a:xfrm>
        <a:prstGeom prst="upArrowCallou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n>
                <a:noFill/>
              </a:ln>
              <a:solidFill>
                <a:schemeClr val="tx1"/>
              </a:solidFill>
            </a:rPr>
            <a:t>Система для автоматической сборки и подключения зависимостей</a:t>
          </a:r>
        </a:p>
      </dsp:txBody>
      <dsp:txXfrm rot="-10800000">
        <a:off x="0" y="1140643"/>
        <a:ext cx="8128000" cy="403806"/>
      </dsp:txXfrm>
    </dsp:sp>
    <dsp:sp modelId="{3FA40662-3644-4828-9492-C356F504AA61}">
      <dsp:nvSpPr>
        <dsp:cNvPr id="0" name=""/>
        <dsp:cNvSpPr/>
      </dsp:nvSpPr>
      <dsp:spPr>
        <a:xfrm>
          <a:off x="0" y="1544450"/>
          <a:ext cx="8128000" cy="343983"/>
        </a:xfrm>
        <a:prstGeom prst="rect">
          <a:avLst/>
        </a:prstGeom>
        <a:solidFill>
          <a:schemeClr val="bg1">
            <a:lumMod val="85000"/>
            <a:lumOff val="1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n>
                <a:noFill/>
              </a:ln>
              <a:solidFill>
                <a:schemeClr val="tx1"/>
              </a:solidFill>
            </a:rPr>
            <a:t>Cmake</a:t>
          </a:r>
          <a:endParaRPr lang="ru-RU" sz="2000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0" y="1544450"/>
        <a:ext cx="8128000" cy="343983"/>
      </dsp:txXfrm>
    </dsp:sp>
    <dsp:sp modelId="{04485208-E41B-4D5C-B14B-A3A5C2A35C56}">
      <dsp:nvSpPr>
        <dsp:cNvPr id="0" name=""/>
        <dsp:cNvSpPr/>
      </dsp:nvSpPr>
      <dsp:spPr>
        <a:xfrm rot="10800000">
          <a:off x="0" y="1417"/>
          <a:ext cx="8128000" cy="1150446"/>
        </a:xfrm>
        <a:prstGeom prst="upArrowCallout">
          <a:avLst/>
        </a:prstGeom>
        <a:solidFill>
          <a:schemeClr val="bg1"/>
        </a:solidFill>
        <a:ln w="12700" cap="flat" cmpd="sng" algn="ctr">
          <a:solidFill>
            <a:schemeClr val="tx1">
              <a:lumMod val="65000"/>
              <a:alpha val="97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n>
                <a:noFill/>
              </a:ln>
              <a:solidFill>
                <a:schemeClr val="tx1"/>
              </a:solidFill>
            </a:rPr>
            <a:t>Язык программирования</a:t>
          </a:r>
        </a:p>
      </dsp:txBody>
      <dsp:txXfrm rot="-10800000">
        <a:off x="0" y="1417"/>
        <a:ext cx="8128000" cy="403806"/>
      </dsp:txXfrm>
    </dsp:sp>
    <dsp:sp modelId="{767D1A97-0959-48B8-A08A-1920FC76E49C}">
      <dsp:nvSpPr>
        <dsp:cNvPr id="0" name=""/>
        <dsp:cNvSpPr/>
      </dsp:nvSpPr>
      <dsp:spPr>
        <a:xfrm>
          <a:off x="0" y="405223"/>
          <a:ext cx="8128000" cy="343983"/>
        </a:xfrm>
        <a:prstGeom prst="rect">
          <a:avLst/>
        </a:prstGeom>
        <a:solidFill>
          <a:schemeClr val="bg1">
            <a:lumMod val="85000"/>
            <a:lumOff val="15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n>
                <a:noFill/>
              </a:ln>
              <a:solidFill>
                <a:schemeClr val="tx1"/>
              </a:solidFill>
            </a:rPr>
            <a:t>C++</a:t>
          </a:r>
          <a:endParaRPr lang="ru-RU" sz="2000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0" y="405223"/>
        <a:ext cx="8128000" cy="3439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A31758-B6CB-4695-9EC5-CF239C27278B}">
      <dsp:nvSpPr>
        <dsp:cNvPr id="0" name=""/>
        <dsp:cNvSpPr/>
      </dsp:nvSpPr>
      <dsp:spPr>
        <a:xfrm>
          <a:off x="5183" y="437307"/>
          <a:ext cx="2776740" cy="1505389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 err="1"/>
            <a:t>cpr</a:t>
          </a:r>
          <a:r>
            <a:rPr lang="ru-RU" sz="2100" b="0" kern="1200" dirty="0"/>
            <a:t> – работа с интернет запросами</a:t>
          </a:r>
          <a:endParaRPr lang="ru-RU" sz="2100" kern="1200" dirty="0"/>
        </a:p>
      </dsp:txBody>
      <dsp:txXfrm>
        <a:off x="5183" y="437307"/>
        <a:ext cx="2776740" cy="1505389"/>
      </dsp:txXfrm>
    </dsp:sp>
    <dsp:sp modelId="{1B4646A9-35AA-49A9-A31D-646D7317A8AD}">
      <dsp:nvSpPr>
        <dsp:cNvPr id="0" name=""/>
        <dsp:cNvSpPr/>
      </dsp:nvSpPr>
      <dsp:spPr>
        <a:xfrm>
          <a:off x="3158941" y="437307"/>
          <a:ext cx="2776740" cy="1505389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Nlohmann</a:t>
          </a:r>
          <a:r>
            <a:rPr lang="en-US" sz="2100" kern="1200" dirty="0"/>
            <a:t>/</a:t>
          </a:r>
          <a:r>
            <a:rPr lang="en-US" sz="2100" kern="1200" dirty="0" err="1"/>
            <a:t>json</a:t>
          </a:r>
          <a:r>
            <a:rPr lang="en-US" sz="2100" kern="1200" dirty="0"/>
            <a:t> – </a:t>
          </a:r>
          <a:r>
            <a:rPr lang="ru-RU" sz="2100" kern="1200" dirty="0"/>
            <a:t>работа с конфигурационными файлами формата </a:t>
          </a:r>
          <a:r>
            <a:rPr lang="en-US" sz="2100" kern="1200" dirty="0" err="1"/>
            <a:t>json</a:t>
          </a:r>
          <a:endParaRPr lang="ru-RU" sz="2100" kern="1200" dirty="0"/>
        </a:p>
      </dsp:txBody>
      <dsp:txXfrm>
        <a:off x="3158941" y="437307"/>
        <a:ext cx="2776740" cy="1505389"/>
      </dsp:txXfrm>
    </dsp:sp>
    <dsp:sp modelId="{E4BF91FD-0A1B-4707-9765-E0D8721B6C17}">
      <dsp:nvSpPr>
        <dsp:cNvPr id="0" name=""/>
        <dsp:cNvSpPr/>
      </dsp:nvSpPr>
      <dsp:spPr>
        <a:xfrm>
          <a:off x="6312700" y="437307"/>
          <a:ext cx="2776740" cy="1505389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Argparse</a:t>
          </a:r>
          <a:r>
            <a:rPr lang="en-US" sz="2100" kern="1200" dirty="0"/>
            <a:t> – </a:t>
          </a:r>
          <a:r>
            <a:rPr lang="ru-RU" sz="2100" kern="1200" dirty="0"/>
            <a:t>библиотека для </a:t>
          </a:r>
          <a:r>
            <a:rPr lang="ru-RU" sz="2100" kern="1200" dirty="0" err="1"/>
            <a:t>парсинга</a:t>
          </a:r>
          <a:r>
            <a:rPr lang="ru-RU" sz="2100" kern="1200" dirty="0"/>
            <a:t> аргументов командной строки</a:t>
          </a:r>
        </a:p>
      </dsp:txBody>
      <dsp:txXfrm>
        <a:off x="6312700" y="437307"/>
        <a:ext cx="2776740" cy="15053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C3601-0EE5-425A-B653-6262FB393D60}">
      <dsp:nvSpPr>
        <dsp:cNvPr id="0" name=""/>
        <dsp:cNvSpPr/>
      </dsp:nvSpPr>
      <dsp:spPr>
        <a:xfrm>
          <a:off x="0" y="262278"/>
          <a:ext cx="8128000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Действие программы</a:t>
          </a:r>
          <a:r>
            <a:rPr lang="en-US" sz="1300" kern="1200" dirty="0"/>
            <a:t>:</a:t>
          </a:r>
          <a:endParaRPr lang="ru-RU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1) Сканирование аргументов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2) Проверка обновлений и скачка файла с путями при его отсутствии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3) Предлагает пользователю редактировать файл </a:t>
          </a:r>
          <a:r>
            <a:rPr lang="en-US" sz="1300" kern="1200" dirty="0" err="1"/>
            <a:t>presets.json</a:t>
          </a:r>
          <a:endParaRPr lang="ru-RU" sz="1300" kern="1200" dirty="0"/>
        </a:p>
      </dsp:txBody>
      <dsp:txXfrm>
        <a:off x="0" y="262278"/>
        <a:ext cx="8128000" cy="1187550"/>
      </dsp:txXfrm>
    </dsp:sp>
    <dsp:sp modelId="{2440B830-E78D-4B77-B08E-E9499B31DB49}">
      <dsp:nvSpPr>
        <dsp:cNvPr id="0" name=""/>
        <dsp:cNvSpPr/>
      </dsp:nvSpPr>
      <dsp:spPr>
        <a:xfrm>
          <a:off x="406400" y="70398"/>
          <a:ext cx="5689600" cy="383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Пользователь кликает на ярлык</a:t>
          </a:r>
        </a:p>
      </dsp:txBody>
      <dsp:txXfrm>
        <a:off x="425134" y="89132"/>
        <a:ext cx="5652132" cy="346292"/>
      </dsp:txXfrm>
    </dsp:sp>
    <dsp:sp modelId="{B2D44BBC-CA80-448D-BB7F-F2B725BCD8A0}">
      <dsp:nvSpPr>
        <dsp:cNvPr id="0" name=""/>
        <dsp:cNvSpPr/>
      </dsp:nvSpPr>
      <dsp:spPr>
        <a:xfrm>
          <a:off x="0" y="1711908"/>
          <a:ext cx="8128000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 случае согласия открывается блокнот и пользователь редактирует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 случае отказа программа переходит на следующий этап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Следующим этапом программа предлагает пользователю добавить свои пути перед очисткой</a:t>
          </a:r>
        </a:p>
      </dsp:txBody>
      <dsp:txXfrm>
        <a:off x="0" y="1711908"/>
        <a:ext cx="8128000" cy="1187550"/>
      </dsp:txXfrm>
    </dsp:sp>
    <dsp:sp modelId="{6835C72C-8017-48D4-A0A6-11D245745613}">
      <dsp:nvSpPr>
        <dsp:cNvPr id="0" name=""/>
        <dsp:cNvSpPr/>
      </dsp:nvSpPr>
      <dsp:spPr>
        <a:xfrm>
          <a:off x="406400" y="1520028"/>
          <a:ext cx="5689600" cy="383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Пользователь выбирает действие(да или нет)</a:t>
          </a:r>
        </a:p>
      </dsp:txBody>
      <dsp:txXfrm>
        <a:off x="425134" y="1538762"/>
        <a:ext cx="5652132" cy="346292"/>
      </dsp:txXfrm>
    </dsp:sp>
    <dsp:sp modelId="{DA09B491-D956-44A3-B435-1A64693CCF04}">
      <dsp:nvSpPr>
        <dsp:cNvPr id="0" name=""/>
        <dsp:cNvSpPr/>
      </dsp:nvSpPr>
      <dsp:spPr>
        <a:xfrm>
          <a:off x="0" y="3161538"/>
          <a:ext cx="8128000" cy="1187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 случае согласия пишет количество путей и сами пути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В случае отказа программа переходит на следующий этап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Следующим этапом программа сканирует пути и выводит вес всех категорий </a:t>
          </a:r>
        </a:p>
      </dsp:txBody>
      <dsp:txXfrm>
        <a:off x="0" y="3161538"/>
        <a:ext cx="8128000" cy="1187550"/>
      </dsp:txXfrm>
    </dsp:sp>
    <dsp:sp modelId="{1A42FD45-C334-4AB5-BA3C-6DAB7A795BCD}">
      <dsp:nvSpPr>
        <dsp:cNvPr id="0" name=""/>
        <dsp:cNvSpPr/>
      </dsp:nvSpPr>
      <dsp:spPr>
        <a:xfrm>
          <a:off x="406400" y="2969658"/>
          <a:ext cx="5689600" cy="383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Пользователь выбирает действие(да или нет)</a:t>
          </a:r>
        </a:p>
      </dsp:txBody>
      <dsp:txXfrm>
        <a:off x="425134" y="2988392"/>
        <a:ext cx="5652132" cy="346292"/>
      </dsp:txXfrm>
    </dsp:sp>
    <dsp:sp modelId="{BBD861FD-57ED-427B-AC1F-0894733B2710}">
      <dsp:nvSpPr>
        <dsp:cNvPr id="0" name=""/>
        <dsp:cNvSpPr/>
      </dsp:nvSpPr>
      <dsp:spPr>
        <a:xfrm>
          <a:off x="0" y="4611168"/>
          <a:ext cx="8128000" cy="737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270764" rIns="63082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Программа выполняет очистку и выводит количество файлов которые успешно удалены и которые не удалось удалить</a:t>
          </a:r>
        </a:p>
      </dsp:txBody>
      <dsp:txXfrm>
        <a:off x="0" y="4611168"/>
        <a:ext cx="8128000" cy="737100"/>
      </dsp:txXfrm>
    </dsp:sp>
    <dsp:sp modelId="{80ECA8BA-076C-4519-BFD1-138799543855}">
      <dsp:nvSpPr>
        <dsp:cNvPr id="0" name=""/>
        <dsp:cNvSpPr/>
      </dsp:nvSpPr>
      <dsp:spPr>
        <a:xfrm>
          <a:off x="406400" y="4419288"/>
          <a:ext cx="5689600" cy="383760"/>
        </a:xfrm>
        <a:prstGeom prst="round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kern="1200" dirty="0"/>
            <a:t>Пользователь </a:t>
          </a:r>
          <a:r>
            <a:rPr lang="ru-RU" sz="1300" kern="1200" dirty="0" err="1"/>
            <a:t>ознакамливается</a:t>
          </a:r>
          <a:r>
            <a:rPr lang="ru-RU" sz="1300" kern="1200" dirty="0"/>
            <a:t> и нажимает кнопку для очистки</a:t>
          </a:r>
        </a:p>
      </dsp:txBody>
      <dsp:txXfrm>
        <a:off x="425134" y="4438022"/>
        <a:ext cx="565213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C199A-22E5-4CDA-987F-BC4BFDACB7D3}" type="datetime1">
              <a:rPr lang="ru-RU" smtClean="0"/>
              <a:t>20.10.2026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8B367-66E6-4B1C-B5FC-21800FA4DFD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4388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39CC9-9451-4D80-B15B-454EA1C4C28F}" type="datetime1">
              <a:rPr lang="ru-RU" smtClean="0"/>
              <a:pPr/>
              <a:t>20.10.2026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dirty="0"/>
              <a:t>Образец текста</a:t>
            </a:r>
          </a:p>
          <a:p>
            <a:pPr lvl="1"/>
            <a:r>
              <a:rPr lang="ru-RU" noProof="0" dirty="0"/>
              <a:t>Второй уровень</a:t>
            </a:r>
          </a:p>
          <a:p>
            <a:pPr lvl="2"/>
            <a:r>
              <a:rPr lang="ru-RU" noProof="0" dirty="0"/>
              <a:t>Третий уровень</a:t>
            </a:r>
          </a:p>
          <a:p>
            <a:pPr lvl="3"/>
            <a:r>
              <a:rPr lang="ru-RU" noProof="0" dirty="0"/>
              <a:t>Четвертый уровень</a:t>
            </a:r>
          </a:p>
          <a:p>
            <a:pPr lvl="4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FCFFD-921F-4D5F-B365-B1C4C66E78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3185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FCFFD-921F-4D5F-B365-B1C4C66E78D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221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FCFFD-921F-4D5F-B365-B1C4C66E78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0746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FCFFD-921F-4D5F-B365-B1C4C66E78DA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473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FCFFD-921F-4D5F-B365-B1C4C66E78DA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6996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0FCFFD-921F-4D5F-B365-B1C4C66E78DA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10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EA4122-98FB-4B92-9EEB-3F3144637AE9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3C4E8-BAFF-4A6C-A38E-47D80B808FC8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rtlCol="0"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7B8447-5030-47A7-85C9-0914FFDF75FF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 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7BC2C6-56BE-4381-8184-4EA61EE41EC8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10" name="Номер слайда 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 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6" name="Объект 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1" name="Текст 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A0A0C37-A2EE-46B8-BBA4-74BD917318EC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Дата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F625A-F3D8-4470-83B6-4967B0AE3690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4" name="Нижний колонтитул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D6AD23-54BA-4FBF-8E9D-4A019C3A90A6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3" name="Нижний колонтитул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 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 rtlCol="0"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A4467F-50D8-4671-A5D0-2A27730D064B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 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9422E9FA-D56F-41AD-BA6A-E6F1AC7007BD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9" name="Нижний колонтитул 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949AE5-5FC9-4064-B73D-624153648DDF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 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FA50A5-00A1-459C-9BE7-96F64207CBF7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/>
              <a:t>Образец текста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 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240D1684-298D-40C9-8A64-84C3C948C0F3}" type="datetime1">
              <a:rPr lang="ru-RU" noProof="0" smtClean="0"/>
              <a:t>20.10.2026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
              </a:t>
            </a:r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gif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github.com/SG123it/CacheCleaner" TargetMode="Externa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Финансовые показатели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5EF18-3CEA-CFF0-E1E7-74CE7F771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184239"/>
            <a:ext cx="4486656" cy="1231106"/>
          </a:xfrm>
          <a:noFill/>
          <a:ln>
            <a:solidFill>
              <a:schemeClr val="tx1"/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 rtlCol="0">
            <a:noAutofit/>
          </a:bodyPr>
          <a:lstStyle/>
          <a:p>
            <a:pPr rtl="0"/>
            <a:r>
              <a:rPr lang="en-US" sz="1800" dirty="0">
                <a:solidFill>
                  <a:schemeClr val="tx1"/>
                </a:solidFill>
              </a:rPr>
              <a:t>Cache cleaner – </a:t>
            </a:r>
            <a:r>
              <a:rPr lang="ru-RU" sz="1800" dirty="0">
                <a:solidFill>
                  <a:schemeClr val="tx1"/>
                </a:solidFill>
              </a:rPr>
              <a:t>консольная утилита для очистки временных файлов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559DA-561F-1287-7315-3A8477151E48}"/>
              </a:ext>
            </a:extLst>
          </p:cNvPr>
          <p:cNvSpPr txBox="1"/>
          <p:nvPr/>
        </p:nvSpPr>
        <p:spPr>
          <a:xfrm>
            <a:off x="195186" y="1836069"/>
            <a:ext cx="57414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эпоху цифровизации компьютер уже стал обыденностью, и у каждого пользователя есть игры, Microsoft Office, различные </a:t>
            </a:r>
            <a:r>
              <a:rPr lang="ru-RU" dirty="0" err="1"/>
              <a:t>лаунчеры</a:t>
            </a:r>
            <a:r>
              <a:rPr lang="ru-RU" dirty="0"/>
              <a:t> и тяжёлые приложения для работы. Но мало кто задумывается, что и система, и приложения могут оставлять после себя гигабайты мусора, которые просто копятся и замедляют систему.</a:t>
            </a:r>
          </a:p>
          <a:p>
            <a:endParaRPr lang="ru-RU" dirty="0"/>
          </a:p>
          <a:p>
            <a:r>
              <a:rPr lang="ru-RU" b="1" dirty="0"/>
              <a:t>Именно для решения этой проблемы была создана эта программа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4A1F36B2-88D9-80F4-E930-97D725B5C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88" y="6575988"/>
            <a:ext cx="5741408" cy="350378"/>
          </a:xfrm>
        </p:spPr>
        <p:txBody>
          <a:bodyPr rtlCol="0">
            <a:normAutofit/>
          </a:bodyPr>
          <a:lstStyle/>
          <a:p>
            <a:pPr algn="l" rtl="0"/>
            <a:r>
              <a:rPr lang="ru-RU" sz="1200" i="1" dirty="0">
                <a:solidFill>
                  <a:schemeClr val="tx1"/>
                </a:solidFill>
              </a:rPr>
              <a:t>Проект ( включая презентацию ) был полностью создан</a:t>
            </a:r>
            <a:r>
              <a:rPr lang="en-US" sz="1200" b="1" i="1" dirty="0">
                <a:solidFill>
                  <a:schemeClr val="tx1"/>
                </a:solidFill>
              </a:rPr>
              <a:t>:</a:t>
            </a:r>
            <a:r>
              <a:rPr lang="ru-RU" sz="1200" b="1" i="1" dirty="0">
                <a:solidFill>
                  <a:schemeClr val="tx1"/>
                </a:solidFill>
              </a:rPr>
              <a:t> Гайнуллин Самат РПО3</a:t>
            </a:r>
          </a:p>
        </p:txBody>
      </p:sp>
    </p:spTree>
    <p:extLst>
      <p:ext uri="{BB962C8B-B14F-4D97-AF65-F5344CB8AC3E}">
        <p14:creationId xmlns:p14="http://schemas.microsoft.com/office/powerpoint/2010/main" val="174952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1C2453-A646-ABBB-E2D7-827040F1036E}"/>
              </a:ext>
            </a:extLst>
          </p:cNvPr>
          <p:cNvSpPr txBox="1"/>
          <p:nvPr/>
        </p:nvSpPr>
        <p:spPr>
          <a:xfrm>
            <a:off x="118275" y="256374"/>
            <a:ext cx="119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Целевая аудитория приложения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52B077A-BBDD-53DD-A807-3BA17AC64A24}"/>
              </a:ext>
            </a:extLst>
          </p:cNvPr>
          <p:cNvGrpSpPr/>
          <p:nvPr/>
        </p:nvGrpSpPr>
        <p:grpSpPr>
          <a:xfrm>
            <a:off x="714995" y="716307"/>
            <a:ext cx="3854154" cy="5755592"/>
            <a:chOff x="196553" y="846034"/>
            <a:chExt cx="3854154" cy="5755592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825EE084-F7FF-7055-9B78-94FBE505CF0E}"/>
                </a:ext>
              </a:extLst>
            </p:cNvPr>
            <p:cNvSpPr/>
            <p:nvPr/>
          </p:nvSpPr>
          <p:spPr>
            <a:xfrm>
              <a:off x="196553" y="846034"/>
              <a:ext cx="3854154" cy="575559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3EC159-AD3D-93BD-F22B-85D918793BB2}"/>
                </a:ext>
              </a:extLst>
            </p:cNvPr>
            <p:cNvSpPr txBox="1"/>
            <p:nvPr/>
          </p:nvSpPr>
          <p:spPr>
            <a:xfrm>
              <a:off x="324739" y="999858"/>
              <a:ext cx="36148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Целевая аудитория приложения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64231D-3DA2-25C4-1C07-B0576419BB99}"/>
                </a:ext>
              </a:extLst>
            </p:cNvPr>
            <p:cNvSpPr txBox="1"/>
            <p:nvPr/>
          </p:nvSpPr>
          <p:spPr>
            <a:xfrm>
              <a:off x="324738" y="1523014"/>
              <a:ext cx="3614871" cy="4832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arenR"/>
              </a:pPr>
              <a:r>
                <a:rPr lang="ru-RU" dirty="0"/>
                <a:t>Подростки и студенты в возрасте 14-22 лет</a:t>
              </a:r>
            </a:p>
            <a:p>
              <a:pPr lvl="1"/>
              <a:r>
                <a:rPr lang="ru-RU" sz="1400" b="1" dirty="0"/>
                <a:t>Пример</a:t>
              </a:r>
              <a:r>
                <a:rPr lang="en-US" sz="1400" dirty="0"/>
                <a:t>: </a:t>
              </a:r>
              <a:r>
                <a:rPr lang="ru-RU" sz="1400" dirty="0"/>
                <a:t>Вася 16 лет</a:t>
              </a:r>
              <a:r>
                <a:rPr lang="en-US" sz="1400" dirty="0"/>
                <a:t>: </a:t>
              </a:r>
              <a:r>
                <a:rPr lang="ru-RU" sz="1400" b="1" dirty="0"/>
                <a:t>Когда</a:t>
              </a:r>
              <a:r>
                <a:rPr lang="ru-RU" sz="1400" dirty="0"/>
                <a:t> я пользуюсь компьютером на нём постоянно мало памяти </a:t>
              </a:r>
              <a:r>
                <a:rPr lang="ru-RU" sz="1400" b="1" dirty="0"/>
                <a:t>я хочу </a:t>
              </a:r>
              <a:r>
                <a:rPr lang="ru-RU" sz="1400" dirty="0"/>
                <a:t>быстро всё чистить </a:t>
              </a:r>
              <a:r>
                <a:rPr lang="ru-RU" sz="1400" b="1" dirty="0"/>
                <a:t>в результате</a:t>
              </a:r>
              <a:r>
                <a:rPr lang="ru-RU" sz="1400" dirty="0"/>
                <a:t> я спокойной смогу играть в игры </a:t>
              </a:r>
            </a:p>
            <a:p>
              <a:pPr marL="800100" lvl="1" indent="-342900">
                <a:buAutoNum type="arabicParenR"/>
              </a:pPr>
              <a:endParaRPr lang="ru-RU" dirty="0"/>
            </a:p>
            <a:p>
              <a:pPr marL="342900" indent="-342900">
                <a:buAutoNum type="arabicParenR"/>
              </a:pPr>
              <a:endParaRPr lang="ru-RU" dirty="0"/>
            </a:p>
            <a:p>
              <a:pPr marL="342900" indent="-342900">
                <a:buAutoNum type="arabicParenR"/>
              </a:pPr>
              <a:r>
                <a:rPr lang="ru-RU" dirty="0"/>
                <a:t>Взрослое поколение в возрасте от 22-35 лет</a:t>
              </a:r>
            </a:p>
            <a:p>
              <a:pPr lvl="1"/>
              <a:r>
                <a:rPr lang="ru-RU" sz="1400" b="1" dirty="0"/>
                <a:t>Пример</a:t>
              </a:r>
              <a:r>
                <a:rPr lang="en-US" sz="1400" b="1" dirty="0"/>
                <a:t>:</a:t>
              </a:r>
              <a:r>
                <a:rPr lang="en-US" sz="1400" dirty="0"/>
                <a:t> </a:t>
              </a:r>
              <a:r>
                <a:rPr lang="ru-RU" sz="1400" dirty="0"/>
                <a:t>Владислав 30 лет</a:t>
              </a:r>
              <a:r>
                <a:rPr lang="en-US" sz="1400" dirty="0"/>
                <a:t>: </a:t>
              </a:r>
              <a:r>
                <a:rPr lang="ru-RU" sz="1400" b="1" dirty="0"/>
                <a:t>Когда</a:t>
              </a:r>
              <a:r>
                <a:rPr lang="ru-RU" sz="1400" dirty="0"/>
                <a:t> я сижу за компьютером он постоянно виснет, а программы вылетают </a:t>
              </a:r>
              <a:r>
                <a:rPr lang="ru-RU" sz="1400" b="1" dirty="0"/>
                <a:t>я хочу </a:t>
              </a:r>
              <a:r>
                <a:rPr lang="ru-RU" sz="1400" dirty="0"/>
                <a:t>сделать так чтобы можно было быстро запустить какую либо программу и она всё сделала </a:t>
              </a:r>
              <a:r>
                <a:rPr lang="ru-RU" sz="1400" b="1" dirty="0"/>
                <a:t>в результате</a:t>
              </a:r>
              <a:r>
                <a:rPr lang="ru-RU" sz="1400" dirty="0"/>
                <a:t> чего я смогу спокойно работать и не переживать о важных данных</a:t>
              </a:r>
            </a:p>
            <a:p>
              <a:endParaRPr lang="ru-RU" dirty="0"/>
            </a:p>
          </p:txBody>
        </p:sp>
      </p:grp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031C788D-6221-4B9B-EC2B-0B323F7D8454}"/>
              </a:ext>
            </a:extLst>
          </p:cNvPr>
          <p:cNvCxnSpPr>
            <a:cxnSpLocks/>
          </p:cNvCxnSpPr>
          <p:nvPr/>
        </p:nvCxnSpPr>
        <p:spPr>
          <a:xfrm>
            <a:off x="4569148" y="2169791"/>
            <a:ext cx="27545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5F5698D-E896-F9FA-B84F-7BB47A929C73}"/>
              </a:ext>
            </a:extLst>
          </p:cNvPr>
          <p:cNvGrpSpPr/>
          <p:nvPr/>
        </p:nvGrpSpPr>
        <p:grpSpPr>
          <a:xfrm>
            <a:off x="7084465" y="4027467"/>
            <a:ext cx="4392540" cy="2016484"/>
            <a:chOff x="4794192" y="1675298"/>
            <a:chExt cx="4392540" cy="2016484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C217A30-8C68-04BF-A73C-1E1513085F67}"/>
                </a:ext>
              </a:extLst>
            </p:cNvPr>
            <p:cNvSpPr/>
            <p:nvPr/>
          </p:nvSpPr>
          <p:spPr>
            <a:xfrm>
              <a:off x="5033473" y="1675298"/>
              <a:ext cx="4153259" cy="201648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8B29A8-0030-CAFE-5C4B-F56CB5DD02E1}"/>
                </a:ext>
              </a:extLst>
            </p:cNvPr>
            <p:cNvSpPr txBox="1"/>
            <p:nvPr/>
          </p:nvSpPr>
          <p:spPr>
            <a:xfrm>
              <a:off x="4794192" y="1806377"/>
              <a:ext cx="207662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ru-RU" sz="900" b="1" dirty="0"/>
                <a:t>Владислав 30 лет: Когда я сижу за компьютером он постоянно виснет, а программы вылетают я хочу сделать так чтобы можно было быстро запустить какую либо программу и она всё сделала в результате чего я смогу спокойно работать и не переживать о важных данных</a:t>
              </a:r>
            </a:p>
          </p:txBody>
        </p: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691BEDF4-5F1F-3DDE-EFA1-B5BE94BA6842}"/>
                </a:ext>
              </a:extLst>
            </p:cNvPr>
            <p:cNvCxnSpPr>
              <a:stCxn id="18" idx="0"/>
              <a:endCxn id="18" idx="2"/>
            </p:cNvCxnSpPr>
            <p:nvPr/>
          </p:nvCxnSpPr>
          <p:spPr>
            <a:xfrm flipH="1">
              <a:off x="7101555" y="1675298"/>
              <a:ext cx="8548" cy="2016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760F7E49-4732-EA87-9D07-FBD81B67C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35656" y="1759869"/>
              <a:ext cx="1800834" cy="1800834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BA461CC-58A7-C7BF-7B2C-134D2E9D7D62}"/>
              </a:ext>
            </a:extLst>
          </p:cNvPr>
          <p:cNvGrpSpPr/>
          <p:nvPr/>
        </p:nvGrpSpPr>
        <p:grpSpPr>
          <a:xfrm>
            <a:off x="7084465" y="1193769"/>
            <a:ext cx="4392540" cy="2016484"/>
            <a:chOff x="4794192" y="1675298"/>
            <a:chExt cx="4392540" cy="2016484"/>
          </a:xfrm>
        </p:grpSpPr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24F707A7-1EB2-BC2C-1FF8-D90D1F021092}"/>
                </a:ext>
              </a:extLst>
            </p:cNvPr>
            <p:cNvSpPr/>
            <p:nvPr/>
          </p:nvSpPr>
          <p:spPr>
            <a:xfrm>
              <a:off x="5033473" y="1675298"/>
              <a:ext cx="4153259" cy="201648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3643BAA-C515-3073-9DC7-A76A415C314E}"/>
                </a:ext>
              </a:extLst>
            </p:cNvPr>
            <p:cNvSpPr txBox="1"/>
            <p:nvPr/>
          </p:nvSpPr>
          <p:spPr>
            <a:xfrm>
              <a:off x="4794192" y="1806377"/>
              <a:ext cx="2076628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/>
              <a:r>
                <a:rPr lang="ru-RU" sz="1200" b="1" dirty="0"/>
                <a:t>Пример</a:t>
              </a:r>
              <a:r>
                <a:rPr lang="en-US" sz="1200" dirty="0"/>
                <a:t>: </a:t>
              </a:r>
              <a:r>
                <a:rPr lang="ru-RU" sz="1200" dirty="0"/>
                <a:t>Вася 16 лет</a:t>
              </a:r>
              <a:r>
                <a:rPr lang="en-US" sz="1200" dirty="0"/>
                <a:t>: </a:t>
              </a:r>
              <a:r>
                <a:rPr lang="ru-RU" sz="1200" b="1" dirty="0"/>
                <a:t>Когда</a:t>
              </a:r>
              <a:r>
                <a:rPr lang="ru-RU" sz="1200" dirty="0"/>
                <a:t> я пользуюсь компьютером на нём постоянно мало памяти </a:t>
              </a:r>
              <a:r>
                <a:rPr lang="ru-RU" sz="1200" b="1" dirty="0"/>
                <a:t>я хочу </a:t>
              </a:r>
              <a:r>
                <a:rPr lang="ru-RU" sz="1200" dirty="0"/>
                <a:t>быстро всё чистить </a:t>
              </a:r>
              <a:r>
                <a:rPr lang="ru-RU" sz="1200" b="1" dirty="0"/>
                <a:t>в результате</a:t>
              </a:r>
              <a:r>
                <a:rPr lang="ru-RU" sz="1200" dirty="0"/>
                <a:t> я спокойной смогу играть в игры </a:t>
              </a:r>
            </a:p>
          </p:txBody>
        </p: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A1482BE2-014F-BEAA-E05C-F9593EBEC0A8}"/>
                </a:ext>
              </a:extLst>
            </p:cNvPr>
            <p:cNvCxnSpPr>
              <a:stCxn id="36" idx="0"/>
              <a:endCxn id="36" idx="2"/>
            </p:cNvCxnSpPr>
            <p:nvPr/>
          </p:nvCxnSpPr>
          <p:spPr>
            <a:xfrm flipH="1">
              <a:off x="7101555" y="1675298"/>
              <a:ext cx="8548" cy="20164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9E1863E9-03FC-558F-A393-019124DBC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235656" y="1759869"/>
              <a:ext cx="1800834" cy="1800834"/>
            </a:xfrm>
            <a:prstGeom prst="rect">
              <a:avLst/>
            </a:prstGeom>
          </p:spPr>
        </p:pic>
      </p:grp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BE1AB7-C6FC-BD12-9328-7779011A7C4A}"/>
              </a:ext>
            </a:extLst>
          </p:cNvPr>
          <p:cNvCxnSpPr>
            <a:cxnSpLocks/>
          </p:cNvCxnSpPr>
          <p:nvPr/>
        </p:nvCxnSpPr>
        <p:spPr>
          <a:xfrm>
            <a:off x="4569148" y="4894383"/>
            <a:ext cx="27545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97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B1C2453-A646-ABBB-E2D7-827040F1036E}"/>
              </a:ext>
            </a:extLst>
          </p:cNvPr>
          <p:cNvSpPr txBox="1"/>
          <p:nvPr/>
        </p:nvSpPr>
        <p:spPr>
          <a:xfrm>
            <a:off x="118275" y="256374"/>
            <a:ext cx="119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Технологический стек программы</a:t>
            </a:r>
          </a:p>
        </p:txBody>
      </p:sp>
      <p:graphicFrame>
        <p:nvGraphicFramePr>
          <p:cNvPr id="12" name="Схема 11">
            <a:extLst>
              <a:ext uri="{FF2B5EF4-FFF2-40B4-BE49-F238E27FC236}">
                <a16:creationId xmlns:a16="http://schemas.microsoft.com/office/drawing/2014/main" id="{932F6389-E89D-AA5E-1876-56C8173DBB30}"/>
              </a:ext>
            </a:extLst>
          </p:cNvPr>
          <p:cNvGraphicFramePr/>
          <p:nvPr/>
        </p:nvGraphicFramePr>
        <p:xfrm>
          <a:off x="2032000" y="719667"/>
          <a:ext cx="8128000" cy="416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Схема 12">
            <a:extLst>
              <a:ext uri="{FF2B5EF4-FFF2-40B4-BE49-F238E27FC236}">
                <a16:creationId xmlns:a16="http://schemas.microsoft.com/office/drawing/2014/main" id="{E24C40DA-BB73-0A17-B251-8541E4968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062073"/>
              </p:ext>
            </p:extLst>
          </p:nvPr>
        </p:nvGraphicFramePr>
        <p:xfrm>
          <a:off x="1657676" y="4888195"/>
          <a:ext cx="9094624" cy="23800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439BC82-08DE-F3BE-BB0A-E0AB4B77CBBD}"/>
              </a:ext>
            </a:extLst>
          </p:cNvPr>
          <p:cNvSpPr txBox="1"/>
          <p:nvPr/>
        </p:nvSpPr>
        <p:spPr>
          <a:xfrm>
            <a:off x="217976" y="4982156"/>
            <a:ext cx="119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Используемые библиотеки </a:t>
            </a:r>
            <a:r>
              <a:rPr lang="en-US" b="1" dirty="0"/>
              <a:t>/ framework</a:t>
            </a:r>
            <a:r>
              <a:rPr lang="ru-RU" b="1" dirty="0"/>
              <a:t>-и</a:t>
            </a:r>
          </a:p>
        </p:txBody>
      </p:sp>
    </p:spTree>
    <p:extLst>
      <p:ext uri="{BB962C8B-B14F-4D97-AF65-F5344CB8AC3E}">
        <p14:creationId xmlns:p14="http://schemas.microsoft.com/office/powerpoint/2010/main" val="395338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04485208-E41B-4D5C-B14B-A3A5C2A35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graphicEl>
                                              <a:dgm id="{04485208-E41B-4D5C-B14B-A3A5C2A35C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67D1A97-0959-48B8-A08A-1920FC76E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graphicEl>
                                              <a:dgm id="{767D1A97-0959-48B8-A08A-1920FC76E4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C256CC88-421E-4EAA-A890-C7B4FB6C23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graphicEl>
                                              <a:dgm id="{C256CC88-421E-4EAA-A890-C7B4FB6C23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3FA40662-3644-4828-9492-C356F504AA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graphicEl>
                                              <a:dgm id="{3FA40662-3644-4828-9492-C356F504AA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ACE2917B-0319-48A7-B5C2-2789717526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graphicEl>
                                              <a:dgm id="{ACE2917B-0319-48A7-B5C2-2789717526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14DCEED1-2FE6-47C8-B7B1-B340A1A70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graphicEl>
                                              <a:dgm id="{14DCEED1-2FE6-47C8-B7B1-B340A1A706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A1E8BE96-C14A-4966-AAB9-68888BA5E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graphicEl>
                                              <a:dgm id="{A1E8BE96-C14A-4966-AAB9-68888BA5E3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F3C0E9CA-C74C-420F-B437-F6E45EDCCC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graphicEl>
                                              <a:dgm id="{F3C0E9CA-C74C-420F-B437-F6E45EDCCC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A9A31758-B6CB-4695-9EC5-CF239C2727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>
                                            <p:graphicEl>
                                              <a:dgm id="{A9A31758-B6CB-4695-9EC5-CF239C2727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1B4646A9-35AA-49A9-A31D-646D7317A8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graphicEl>
                                              <a:dgm id="{1B4646A9-35AA-49A9-A31D-646D7317A8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4BF91FD-0A1B-4707-9765-E0D8721B6C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graphicEl>
                                              <a:dgm id="{E4BF91FD-0A1B-4707-9765-E0D8721B6C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Graphic spid="12" grpId="0" uiExpand="1">
        <p:bldSub>
          <a:bldDgm bld="one"/>
        </p:bldSub>
      </p:bldGraphic>
      <p:bldGraphic spid="13" grpId="0" uiExpand="1">
        <p:bldSub>
          <a:bldDgm bld="one"/>
        </p:bldSub>
      </p:bldGraphic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E3B1B50-2809-3505-8F53-9A4583FBB5B1}"/>
              </a:ext>
            </a:extLst>
          </p:cNvPr>
          <p:cNvGrpSpPr/>
          <p:nvPr/>
        </p:nvGrpSpPr>
        <p:grpSpPr>
          <a:xfrm>
            <a:off x="3093912" y="1661745"/>
            <a:ext cx="5653453" cy="3534508"/>
            <a:chOff x="3015762" y="1380392"/>
            <a:chExt cx="5653453" cy="35345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8EA38BA-EE40-5EA1-E76C-9357EDDC02B7}"/>
                </a:ext>
              </a:extLst>
            </p:cNvPr>
            <p:cNvSpPr txBox="1"/>
            <p:nvPr/>
          </p:nvSpPr>
          <p:spPr>
            <a:xfrm>
              <a:off x="3190636" y="1490218"/>
              <a:ext cx="5478579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2800" b="1" dirty="0"/>
                <a:t>Жмите для отображения этапов!</a:t>
              </a:r>
            </a:p>
          </p:txBody>
        </p:sp>
        <p:pic>
          <p:nvPicPr>
            <p:cNvPr id="34" name="Рисунок 33" descr="Изображение выглядит как в помещении, кот, ноутбук, компьютер&#10;&#10;Автоматически созданное описание">
              <a:extLst>
                <a:ext uri="{FF2B5EF4-FFF2-40B4-BE49-F238E27FC236}">
                  <a16:creationId xmlns:a16="http://schemas.microsoft.com/office/drawing/2014/main" id="{8BAD523B-D563-C5A9-E766-50F683DA2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9147" y="2107398"/>
              <a:ext cx="3921369" cy="2411642"/>
            </a:xfrm>
            <a:prstGeom prst="rect">
              <a:avLst/>
            </a:prstGeom>
          </p:spPr>
        </p:pic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8DE53709-ADB8-6ADC-A438-6D7451719A8D}"/>
                </a:ext>
              </a:extLst>
            </p:cNvPr>
            <p:cNvSpPr/>
            <p:nvPr/>
          </p:nvSpPr>
          <p:spPr>
            <a:xfrm>
              <a:off x="3015762" y="1380392"/>
              <a:ext cx="5653453" cy="35345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aphicFrame>
        <p:nvGraphicFramePr>
          <p:cNvPr id="31" name="Схема 30">
            <a:extLst>
              <a:ext uri="{FF2B5EF4-FFF2-40B4-BE49-F238E27FC236}">
                <a16:creationId xmlns:a16="http://schemas.microsoft.com/office/drawing/2014/main" id="{521400F9-8F6E-F654-9A81-040BE708C9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012635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1C2453-A646-ABBB-E2D7-827040F1036E}"/>
              </a:ext>
            </a:extLst>
          </p:cNvPr>
          <p:cNvSpPr txBox="1"/>
          <p:nvPr/>
        </p:nvSpPr>
        <p:spPr>
          <a:xfrm>
            <a:off x="118275" y="256374"/>
            <a:ext cx="11974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Разбиение программы на шаги</a:t>
            </a:r>
          </a:p>
        </p:txBody>
      </p:sp>
    </p:spTree>
    <p:extLst>
      <p:ext uri="{BB962C8B-B14F-4D97-AF65-F5344CB8AC3E}">
        <p14:creationId xmlns:p14="http://schemas.microsoft.com/office/powerpoint/2010/main" val="138637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2440B830-E78D-4B77-B08E-E9499B31D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>
                                            <p:graphicEl>
                                              <a:dgm id="{2440B830-E78D-4B77-B08E-E9499B31D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D12C3601-0EE5-425A-B653-6262FB393D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>
                                            <p:graphicEl>
                                              <a:dgm id="{D12C3601-0EE5-425A-B653-6262FB393D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6835C72C-8017-48D4-A0A6-11D2457456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>
                                            <p:graphicEl>
                                              <a:dgm id="{6835C72C-8017-48D4-A0A6-11D2457456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B2D44BBC-CA80-448D-BB7F-F2B725BCD8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>
                                            <p:graphicEl>
                                              <a:dgm id="{B2D44BBC-CA80-448D-BB7F-F2B725BCD8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1A42FD45-C334-4AB5-BA3C-6DAB7A795B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>
                                            <p:graphicEl>
                                              <a:dgm id="{1A42FD45-C334-4AB5-BA3C-6DAB7A795B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DA09B491-D956-44A3-B435-1A64693CCF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>
                                            <p:graphicEl>
                                              <a:dgm id="{DA09B491-D956-44A3-B435-1A64693CCF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80ECA8BA-076C-4519-BFD1-138799543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>
                                            <p:graphicEl>
                                              <a:dgm id="{80ECA8BA-076C-4519-BFD1-1387995438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BBD861FD-57ED-427B-AC1F-0894733B27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>
                                            <p:graphicEl>
                                              <a:dgm id="{BBD861FD-57ED-427B-AC1F-0894733B27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1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1018  ">
            <a:hlinkClick r:id="" action="ppaction://media"/>
            <a:extLst>
              <a:ext uri="{FF2B5EF4-FFF2-40B4-BE49-F238E27FC236}">
                <a16:creationId xmlns:a16="http://schemas.microsoft.com/office/drawing/2014/main" id="{A9804297-E68E-E81F-2089-D6A3F5B073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lum bright="-40000" contrast="-40000"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277" y="173662"/>
            <a:ext cx="7305445" cy="6608137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Проект</a:t>
            </a:r>
            <a:r>
              <a:rPr lang="en-US" dirty="0">
                <a:solidFill>
                  <a:schemeClr val="bg1"/>
                </a:solidFill>
              </a:rPr>
              <a:t> cache cleaner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Спасибо за внимание!</a:t>
            </a:r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Проект разработал</a:t>
            </a:r>
            <a:r>
              <a:rPr lang="en-US" sz="1600" dirty="0">
                <a:solidFill>
                  <a:schemeClr val="bg1"/>
                </a:solidFill>
              </a:rPr>
              <a:t>; </a:t>
            </a:r>
            <a:r>
              <a:rPr lang="ru-RU" sz="1600" dirty="0">
                <a:solidFill>
                  <a:schemeClr val="bg1"/>
                </a:solidFill>
              </a:rPr>
              <a:t>Гайнуллин Самат РПО3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Связаться со мной по любым вопросам можно в </a:t>
            </a:r>
            <a:r>
              <a:rPr lang="en-US" sz="1600" dirty="0">
                <a:solidFill>
                  <a:schemeClr val="bg1"/>
                </a:solidFill>
              </a:rPr>
              <a:t>telegram: @Qosifjjrf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sz="1600" dirty="0">
                <a:solidFill>
                  <a:schemeClr val="bg1"/>
                </a:solidFill>
              </a:rPr>
              <a:t>Репозиторий проекта</a:t>
            </a:r>
            <a:r>
              <a:rPr lang="en-US" sz="1600" dirty="0">
                <a:solidFill>
                  <a:schemeClr val="bg1"/>
                </a:solidFill>
              </a:rPr>
              <a:t>: </a:t>
            </a:r>
            <a:r>
              <a:rPr lang="en-US" sz="1600" dirty="0">
                <a:solidFill>
                  <a:schemeClr val="bg1"/>
                </a:solidFill>
                <a:hlinkClick r:id="rId6"/>
              </a:rPr>
              <a:t>https://github.com/SG123it/CacheCleaner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3CFDC3E-D276-939A-D520-08E93423548B}"/>
              </a:ext>
            </a:extLst>
          </p:cNvPr>
          <p:cNvGrpSpPr/>
          <p:nvPr/>
        </p:nvGrpSpPr>
        <p:grpSpPr>
          <a:xfrm>
            <a:off x="2803903" y="4585148"/>
            <a:ext cx="6481646" cy="2099190"/>
            <a:chOff x="2803903" y="4585148"/>
            <a:chExt cx="6481646" cy="2099190"/>
          </a:xfrm>
        </p:grpSpPr>
        <p:pic>
          <p:nvPicPr>
            <p:cNvPr id="10" name="Рисунок 9" descr="Изображение выглядит как шаблон, прямоугольный, искусство, Симметрия&#10;&#10;Автоматически созданное описание">
              <a:extLst>
                <a:ext uri="{FF2B5EF4-FFF2-40B4-BE49-F238E27FC236}">
                  <a16:creationId xmlns:a16="http://schemas.microsoft.com/office/drawing/2014/main" id="{A6E14452-8AA5-ED6C-752F-7B370DDCA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1025" y="4769814"/>
              <a:ext cx="1914524" cy="191452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5CDEDE-36A3-34DA-C3E2-340A35B363ED}"/>
                </a:ext>
              </a:extLst>
            </p:cNvPr>
            <p:cNvSpPr txBox="1"/>
            <p:nvPr/>
          </p:nvSpPr>
          <p:spPr>
            <a:xfrm>
              <a:off x="7371025" y="4585148"/>
              <a:ext cx="1914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GitHub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pic>
          <p:nvPicPr>
            <p:cNvPr id="12" name="Рисунок 11" descr="Изображение выглядит как шаблон, прямоугольный, искусство, Симметрия&#10;&#10;Автоматически созданное описание">
              <a:extLst>
                <a:ext uri="{FF2B5EF4-FFF2-40B4-BE49-F238E27FC236}">
                  <a16:creationId xmlns:a16="http://schemas.microsoft.com/office/drawing/2014/main" id="{34086D47-DF07-AC01-B7A4-9FE2612D1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03903" y="4769814"/>
              <a:ext cx="1914524" cy="191452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984E3D-B7A1-C91E-7A86-E3E9F7CF7689}"/>
                </a:ext>
              </a:extLst>
            </p:cNvPr>
            <p:cNvSpPr txBox="1"/>
            <p:nvPr/>
          </p:nvSpPr>
          <p:spPr>
            <a:xfrm>
              <a:off x="2803903" y="4585148"/>
              <a:ext cx="19145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Telegram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820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repeatCount="indefinite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17AD15-0DEB-4851-82A2-261C041346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0ED59B-F67D-4B99-A0A7-E5237FF5810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2736BCB-6CE4-414B-B2BE-1DA087E52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в финансовом стиле</Template>
  <TotalTime>257</TotalTime>
  <Words>488</Words>
  <Application>Microsoft Office PowerPoint</Application>
  <PresentationFormat>Широкоэкранный</PresentationFormat>
  <Paragraphs>53</Paragraphs>
  <Slides>5</Slides>
  <Notes>5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Corbel</vt:lpstr>
      <vt:lpstr>Посылка</vt:lpstr>
      <vt:lpstr>Cache cleaner – консольная утилита для очистки временных файлов</vt:lpstr>
      <vt:lpstr>Презентация PowerPoint</vt:lpstr>
      <vt:lpstr>Презентация PowerPoint</vt:lpstr>
      <vt:lpstr>Презентация PowerPoint</vt:lpstr>
      <vt:lpstr>Проект cache cleaner Спасибо за внимание!  Проект разработал; Гайнуллин Самат РПО3 Связаться со мной по любым вопросам можно в telegram: @Qosifjjrf  Репозиторий проекта: https://github.com/SG123it/CacheCleaner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самат гайнуллин</dc:creator>
  <cp:lastModifiedBy>самат гайнуллин</cp:lastModifiedBy>
  <cp:revision>11</cp:revision>
  <dcterms:created xsi:type="dcterms:W3CDTF">2026-10-10T08:45:12Z</dcterms:created>
  <dcterms:modified xsi:type="dcterms:W3CDTF">2026-10-20T08:05:19Z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